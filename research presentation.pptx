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8" r:id="rId8"/>
    <p:sldId id="269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1203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svg"/><Relationship Id="rId1" Type="http://schemas.openxmlformats.org/officeDocument/2006/relationships/image" Target="../media/image26.png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4" Type="http://schemas.openxmlformats.org/officeDocument/2006/relationships/image" Target="../media/image29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svg"/><Relationship Id="rId1" Type="http://schemas.openxmlformats.org/officeDocument/2006/relationships/image" Target="../media/image36.png"/><Relationship Id="rId6" Type="http://schemas.openxmlformats.org/officeDocument/2006/relationships/image" Target="../media/image41.svg"/><Relationship Id="rId5" Type="http://schemas.openxmlformats.org/officeDocument/2006/relationships/image" Target="../media/image40.png"/><Relationship Id="rId4" Type="http://schemas.openxmlformats.org/officeDocument/2006/relationships/image" Target="../media/image39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svg"/><Relationship Id="rId1" Type="http://schemas.openxmlformats.org/officeDocument/2006/relationships/image" Target="../media/image26.png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4" Type="http://schemas.openxmlformats.org/officeDocument/2006/relationships/image" Target="../media/image29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svg"/><Relationship Id="rId1" Type="http://schemas.openxmlformats.org/officeDocument/2006/relationships/image" Target="../media/image36.png"/><Relationship Id="rId6" Type="http://schemas.openxmlformats.org/officeDocument/2006/relationships/image" Target="../media/image41.svg"/><Relationship Id="rId5" Type="http://schemas.openxmlformats.org/officeDocument/2006/relationships/image" Target="../media/image40.png"/><Relationship Id="rId4" Type="http://schemas.openxmlformats.org/officeDocument/2006/relationships/image" Target="../media/image3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1CA26DD-3728-4FE8-874A-D7631BC864F6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A65D6ACB-A17B-4CD0-A980-8C8FD47BC616}">
      <dgm:prSet/>
      <dgm:spPr/>
      <dgm:t>
        <a:bodyPr/>
        <a:lstStyle/>
        <a:p>
          <a:r>
            <a:rPr lang="en-US"/>
            <a:t>• Mobile usage impacts behavior</a:t>
          </a:r>
        </a:p>
      </dgm:t>
    </dgm:pt>
    <dgm:pt modelId="{57DCA1B1-3044-4E35-A483-B2AA9EDEC79A}" type="parTrans" cxnId="{78424853-7AB7-4DA9-B28A-5168D5E953DC}">
      <dgm:prSet/>
      <dgm:spPr/>
      <dgm:t>
        <a:bodyPr/>
        <a:lstStyle/>
        <a:p>
          <a:endParaRPr lang="en-US"/>
        </a:p>
      </dgm:t>
    </dgm:pt>
    <dgm:pt modelId="{5AF7F03C-D79D-41F3-B6AE-AFCD8A043F25}" type="sibTrans" cxnId="{78424853-7AB7-4DA9-B28A-5168D5E953DC}">
      <dgm:prSet/>
      <dgm:spPr/>
      <dgm:t>
        <a:bodyPr/>
        <a:lstStyle/>
        <a:p>
          <a:endParaRPr lang="en-US"/>
        </a:p>
      </dgm:t>
    </dgm:pt>
    <dgm:pt modelId="{BAAC79A0-2248-4E34-9D3A-CAA9977BED6D}">
      <dgm:prSet/>
      <dgm:spPr/>
      <dgm:t>
        <a:bodyPr/>
        <a:lstStyle/>
        <a:p>
          <a:r>
            <a:rPr lang="en-US"/>
            <a:t>• Current methods rely on self-reporting</a:t>
          </a:r>
        </a:p>
      </dgm:t>
    </dgm:pt>
    <dgm:pt modelId="{39562432-A0C8-421A-8A70-5E5946ADA78A}" type="parTrans" cxnId="{E60572B0-BBF1-41AB-8AF2-46A87F020B60}">
      <dgm:prSet/>
      <dgm:spPr/>
      <dgm:t>
        <a:bodyPr/>
        <a:lstStyle/>
        <a:p>
          <a:endParaRPr lang="en-US"/>
        </a:p>
      </dgm:t>
    </dgm:pt>
    <dgm:pt modelId="{061AD8F4-51BD-4EEB-BEB3-CB86D9FEDF9B}" type="sibTrans" cxnId="{E60572B0-BBF1-41AB-8AF2-46A87F020B60}">
      <dgm:prSet/>
      <dgm:spPr/>
      <dgm:t>
        <a:bodyPr/>
        <a:lstStyle/>
        <a:p>
          <a:endParaRPr lang="en-US"/>
        </a:p>
      </dgm:t>
    </dgm:pt>
    <dgm:pt modelId="{D1723478-95EE-41B9-BBE7-0876AC6BF513}">
      <dgm:prSet/>
      <dgm:spPr/>
      <dgm:t>
        <a:bodyPr/>
        <a:lstStyle/>
        <a:p>
          <a:r>
            <a:rPr lang="en-US"/>
            <a:t>• Need automated real-time analysis system</a:t>
          </a:r>
        </a:p>
      </dgm:t>
    </dgm:pt>
    <dgm:pt modelId="{BD635130-0DBC-4DB4-82EC-69B1CBA51292}" type="parTrans" cxnId="{32823438-C70F-43AF-B4E8-72AEF29370B6}">
      <dgm:prSet/>
      <dgm:spPr/>
      <dgm:t>
        <a:bodyPr/>
        <a:lstStyle/>
        <a:p>
          <a:endParaRPr lang="en-US"/>
        </a:p>
      </dgm:t>
    </dgm:pt>
    <dgm:pt modelId="{5257DB96-0033-439D-8040-37133099E3D7}" type="sibTrans" cxnId="{32823438-C70F-43AF-B4E8-72AEF29370B6}">
      <dgm:prSet/>
      <dgm:spPr/>
      <dgm:t>
        <a:bodyPr/>
        <a:lstStyle/>
        <a:p>
          <a:endParaRPr lang="en-US"/>
        </a:p>
      </dgm:t>
    </dgm:pt>
    <dgm:pt modelId="{CAF4E6E1-C6DD-4F45-8682-C5683F207F47}" type="pres">
      <dgm:prSet presAssocID="{C1CA26DD-3728-4FE8-874A-D7631BC864F6}" presName="root" presStyleCnt="0">
        <dgm:presLayoutVars>
          <dgm:dir/>
          <dgm:resizeHandles val="exact"/>
        </dgm:presLayoutVars>
      </dgm:prSet>
      <dgm:spPr/>
    </dgm:pt>
    <dgm:pt modelId="{E072885C-AF45-4539-98F4-9DAEE6E1A697}" type="pres">
      <dgm:prSet presAssocID="{A65D6ACB-A17B-4CD0-A980-8C8FD47BC616}" presName="compNode" presStyleCnt="0"/>
      <dgm:spPr/>
    </dgm:pt>
    <dgm:pt modelId="{7969ACA4-B6DD-4E07-B694-8BA141F2D4D4}" type="pres">
      <dgm:prSet presAssocID="{A65D6ACB-A17B-4CD0-A980-8C8FD47BC616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39E892D6-CC3B-4189-9BEB-13D7A7BD6149}" type="pres">
      <dgm:prSet presAssocID="{A65D6ACB-A17B-4CD0-A980-8C8FD47BC616}" presName="spaceRect" presStyleCnt="0"/>
      <dgm:spPr/>
    </dgm:pt>
    <dgm:pt modelId="{F025327D-A74C-4198-A7CA-32B13F6477E3}" type="pres">
      <dgm:prSet presAssocID="{A65D6ACB-A17B-4CD0-A980-8C8FD47BC616}" presName="textRect" presStyleLbl="revTx" presStyleIdx="0" presStyleCnt="3">
        <dgm:presLayoutVars>
          <dgm:chMax val="1"/>
          <dgm:chPref val="1"/>
        </dgm:presLayoutVars>
      </dgm:prSet>
      <dgm:spPr/>
    </dgm:pt>
    <dgm:pt modelId="{ACD8E44D-9CE1-4BEB-99B5-7E1C5D6E0753}" type="pres">
      <dgm:prSet presAssocID="{5AF7F03C-D79D-41F3-B6AE-AFCD8A043F25}" presName="sibTrans" presStyleCnt="0"/>
      <dgm:spPr/>
    </dgm:pt>
    <dgm:pt modelId="{71F28C03-797E-47AC-A768-EDA1E9F5B4EE}" type="pres">
      <dgm:prSet presAssocID="{BAAC79A0-2248-4E34-9D3A-CAA9977BED6D}" presName="compNode" presStyleCnt="0"/>
      <dgm:spPr/>
    </dgm:pt>
    <dgm:pt modelId="{DB2FD836-90D5-4CBD-90DA-B6CC8A0404A8}" type="pres">
      <dgm:prSet presAssocID="{BAAC79A0-2248-4E34-9D3A-CAA9977BED6D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wspaper"/>
        </a:ext>
      </dgm:extLst>
    </dgm:pt>
    <dgm:pt modelId="{BCBBF1D9-6A1A-46F6-A3EB-44F033B97106}" type="pres">
      <dgm:prSet presAssocID="{BAAC79A0-2248-4E34-9D3A-CAA9977BED6D}" presName="spaceRect" presStyleCnt="0"/>
      <dgm:spPr/>
    </dgm:pt>
    <dgm:pt modelId="{46B8999A-41C3-4CE8-945F-E78D5B045EB2}" type="pres">
      <dgm:prSet presAssocID="{BAAC79A0-2248-4E34-9D3A-CAA9977BED6D}" presName="textRect" presStyleLbl="revTx" presStyleIdx="1" presStyleCnt="3">
        <dgm:presLayoutVars>
          <dgm:chMax val="1"/>
          <dgm:chPref val="1"/>
        </dgm:presLayoutVars>
      </dgm:prSet>
      <dgm:spPr/>
    </dgm:pt>
    <dgm:pt modelId="{5D792D70-CB48-4294-80E8-150EE4F04178}" type="pres">
      <dgm:prSet presAssocID="{061AD8F4-51BD-4EEB-BEB3-CB86D9FEDF9B}" presName="sibTrans" presStyleCnt="0"/>
      <dgm:spPr/>
    </dgm:pt>
    <dgm:pt modelId="{511843BE-79CB-4BCE-B86F-D9EF47EEF899}" type="pres">
      <dgm:prSet presAssocID="{D1723478-95EE-41B9-BBE7-0876AC6BF513}" presName="compNode" presStyleCnt="0"/>
      <dgm:spPr/>
    </dgm:pt>
    <dgm:pt modelId="{9A6AEAF9-8DB3-49F7-9D46-5440A83F886A}" type="pres">
      <dgm:prSet presAssocID="{D1723478-95EE-41B9-BBE7-0876AC6BF513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72F8549D-060A-4B13-8F9A-3A320DA1D7DD}" type="pres">
      <dgm:prSet presAssocID="{D1723478-95EE-41B9-BBE7-0876AC6BF513}" presName="spaceRect" presStyleCnt="0"/>
      <dgm:spPr/>
    </dgm:pt>
    <dgm:pt modelId="{2538FAB4-7894-40DA-9D0D-E19553D7F83D}" type="pres">
      <dgm:prSet presAssocID="{D1723478-95EE-41B9-BBE7-0876AC6BF513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745A2D17-D64B-4155-B178-B486DF5250E8}" type="presOf" srcId="{BAAC79A0-2248-4E34-9D3A-CAA9977BED6D}" destId="{46B8999A-41C3-4CE8-945F-E78D5B045EB2}" srcOrd="0" destOrd="0" presId="urn:microsoft.com/office/officeart/2018/2/layout/IconLabelList"/>
    <dgm:cxn modelId="{32823438-C70F-43AF-B4E8-72AEF29370B6}" srcId="{C1CA26DD-3728-4FE8-874A-D7631BC864F6}" destId="{D1723478-95EE-41B9-BBE7-0876AC6BF513}" srcOrd="2" destOrd="0" parTransId="{BD635130-0DBC-4DB4-82EC-69B1CBA51292}" sibTransId="{5257DB96-0033-439D-8040-37133099E3D7}"/>
    <dgm:cxn modelId="{78424853-7AB7-4DA9-B28A-5168D5E953DC}" srcId="{C1CA26DD-3728-4FE8-874A-D7631BC864F6}" destId="{A65D6ACB-A17B-4CD0-A980-8C8FD47BC616}" srcOrd="0" destOrd="0" parTransId="{57DCA1B1-3044-4E35-A483-B2AA9EDEC79A}" sibTransId="{5AF7F03C-D79D-41F3-B6AE-AFCD8A043F25}"/>
    <dgm:cxn modelId="{C919F38B-36EC-4D0B-A5B7-79BC51F18048}" type="presOf" srcId="{D1723478-95EE-41B9-BBE7-0876AC6BF513}" destId="{2538FAB4-7894-40DA-9D0D-E19553D7F83D}" srcOrd="0" destOrd="0" presId="urn:microsoft.com/office/officeart/2018/2/layout/IconLabelList"/>
    <dgm:cxn modelId="{5D11F6A1-90BF-41EF-BF66-DADF8538A6BE}" type="presOf" srcId="{C1CA26DD-3728-4FE8-874A-D7631BC864F6}" destId="{CAF4E6E1-C6DD-4F45-8682-C5683F207F47}" srcOrd="0" destOrd="0" presId="urn:microsoft.com/office/officeart/2018/2/layout/IconLabelList"/>
    <dgm:cxn modelId="{E60572B0-BBF1-41AB-8AF2-46A87F020B60}" srcId="{C1CA26DD-3728-4FE8-874A-D7631BC864F6}" destId="{BAAC79A0-2248-4E34-9D3A-CAA9977BED6D}" srcOrd="1" destOrd="0" parTransId="{39562432-A0C8-421A-8A70-5E5946ADA78A}" sibTransId="{061AD8F4-51BD-4EEB-BEB3-CB86D9FEDF9B}"/>
    <dgm:cxn modelId="{12D9B3E4-210C-4B5D-B76E-125C0949F120}" type="presOf" srcId="{A65D6ACB-A17B-4CD0-A980-8C8FD47BC616}" destId="{F025327D-A74C-4198-A7CA-32B13F6477E3}" srcOrd="0" destOrd="0" presId="urn:microsoft.com/office/officeart/2018/2/layout/IconLabelList"/>
    <dgm:cxn modelId="{A6C1AACF-ABA5-4577-93CC-FB44B2FEDBF5}" type="presParOf" srcId="{CAF4E6E1-C6DD-4F45-8682-C5683F207F47}" destId="{E072885C-AF45-4539-98F4-9DAEE6E1A697}" srcOrd="0" destOrd="0" presId="urn:microsoft.com/office/officeart/2018/2/layout/IconLabelList"/>
    <dgm:cxn modelId="{C7736AF7-B30C-47B6-92C1-E62AA409EFD6}" type="presParOf" srcId="{E072885C-AF45-4539-98F4-9DAEE6E1A697}" destId="{7969ACA4-B6DD-4E07-B694-8BA141F2D4D4}" srcOrd="0" destOrd="0" presId="urn:microsoft.com/office/officeart/2018/2/layout/IconLabelList"/>
    <dgm:cxn modelId="{FDF60C5C-D86B-4352-A84F-39F19B9D2375}" type="presParOf" srcId="{E072885C-AF45-4539-98F4-9DAEE6E1A697}" destId="{39E892D6-CC3B-4189-9BEB-13D7A7BD6149}" srcOrd="1" destOrd="0" presId="urn:microsoft.com/office/officeart/2018/2/layout/IconLabelList"/>
    <dgm:cxn modelId="{9071A9F7-94D8-4B58-88F5-9EC740E1F863}" type="presParOf" srcId="{E072885C-AF45-4539-98F4-9DAEE6E1A697}" destId="{F025327D-A74C-4198-A7CA-32B13F6477E3}" srcOrd="2" destOrd="0" presId="urn:microsoft.com/office/officeart/2018/2/layout/IconLabelList"/>
    <dgm:cxn modelId="{A55ABFB5-CC98-4316-BD7E-99FCE1BAEFD3}" type="presParOf" srcId="{CAF4E6E1-C6DD-4F45-8682-C5683F207F47}" destId="{ACD8E44D-9CE1-4BEB-99B5-7E1C5D6E0753}" srcOrd="1" destOrd="0" presId="urn:microsoft.com/office/officeart/2018/2/layout/IconLabelList"/>
    <dgm:cxn modelId="{0CA99335-5256-4A2C-8FEF-05EC8D90479B}" type="presParOf" srcId="{CAF4E6E1-C6DD-4F45-8682-C5683F207F47}" destId="{71F28C03-797E-47AC-A768-EDA1E9F5B4EE}" srcOrd="2" destOrd="0" presId="urn:microsoft.com/office/officeart/2018/2/layout/IconLabelList"/>
    <dgm:cxn modelId="{8A07E9B2-90FE-42D0-91EC-42942951847C}" type="presParOf" srcId="{71F28C03-797E-47AC-A768-EDA1E9F5B4EE}" destId="{DB2FD836-90D5-4CBD-90DA-B6CC8A0404A8}" srcOrd="0" destOrd="0" presId="urn:microsoft.com/office/officeart/2018/2/layout/IconLabelList"/>
    <dgm:cxn modelId="{06329366-6B24-42D1-AA8C-77A789C35FC7}" type="presParOf" srcId="{71F28C03-797E-47AC-A768-EDA1E9F5B4EE}" destId="{BCBBF1D9-6A1A-46F6-A3EB-44F033B97106}" srcOrd="1" destOrd="0" presId="urn:microsoft.com/office/officeart/2018/2/layout/IconLabelList"/>
    <dgm:cxn modelId="{3A9E0688-9E9B-4E25-B75F-632D3F95B7A6}" type="presParOf" srcId="{71F28C03-797E-47AC-A768-EDA1E9F5B4EE}" destId="{46B8999A-41C3-4CE8-945F-E78D5B045EB2}" srcOrd="2" destOrd="0" presId="urn:microsoft.com/office/officeart/2018/2/layout/IconLabelList"/>
    <dgm:cxn modelId="{05D5FB25-A7EC-45AD-9DA4-AC438BDB6F0A}" type="presParOf" srcId="{CAF4E6E1-C6DD-4F45-8682-C5683F207F47}" destId="{5D792D70-CB48-4294-80E8-150EE4F04178}" srcOrd="3" destOrd="0" presId="urn:microsoft.com/office/officeart/2018/2/layout/IconLabelList"/>
    <dgm:cxn modelId="{13E0CAED-23E2-475E-BCCF-212A8DA8FDBC}" type="presParOf" srcId="{CAF4E6E1-C6DD-4F45-8682-C5683F207F47}" destId="{511843BE-79CB-4BCE-B86F-D9EF47EEF899}" srcOrd="4" destOrd="0" presId="urn:microsoft.com/office/officeart/2018/2/layout/IconLabelList"/>
    <dgm:cxn modelId="{15D4C5C3-D6CD-4560-A877-B28DD24321E2}" type="presParOf" srcId="{511843BE-79CB-4BCE-B86F-D9EF47EEF899}" destId="{9A6AEAF9-8DB3-49F7-9D46-5440A83F886A}" srcOrd="0" destOrd="0" presId="urn:microsoft.com/office/officeart/2018/2/layout/IconLabelList"/>
    <dgm:cxn modelId="{6681F824-3ACE-4AB8-A304-3C6C98906CE3}" type="presParOf" srcId="{511843BE-79CB-4BCE-B86F-D9EF47EEF899}" destId="{72F8549D-060A-4B13-8F9A-3A320DA1D7DD}" srcOrd="1" destOrd="0" presId="urn:microsoft.com/office/officeart/2018/2/layout/IconLabelList"/>
    <dgm:cxn modelId="{3E001817-7C50-4B63-8757-92F53B3CA34A}" type="presParOf" srcId="{511843BE-79CB-4BCE-B86F-D9EF47EEF899}" destId="{2538FAB4-7894-40DA-9D0D-E19553D7F83D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762A114-D2F9-46A4-9FC6-F8FC97666AF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C40A5B25-A7BE-4255-A1C7-B495F4E833FA}">
      <dgm:prSet/>
      <dgm:spPr/>
      <dgm:t>
        <a:bodyPr/>
        <a:lstStyle/>
        <a:p>
          <a:r>
            <a:rPr lang="en-US"/>
            <a:t>• Collect user data automatically</a:t>
          </a:r>
        </a:p>
      </dgm:t>
    </dgm:pt>
    <dgm:pt modelId="{74A4251B-B928-4BB2-A3BA-D8563F48299F}" type="parTrans" cxnId="{9A2CD564-9D68-407B-BC80-A90D4E7B5690}">
      <dgm:prSet/>
      <dgm:spPr/>
      <dgm:t>
        <a:bodyPr/>
        <a:lstStyle/>
        <a:p>
          <a:endParaRPr lang="en-US"/>
        </a:p>
      </dgm:t>
    </dgm:pt>
    <dgm:pt modelId="{5CB0E254-AA9D-41E7-9F1F-EB24BB1700E2}" type="sibTrans" cxnId="{9A2CD564-9D68-407B-BC80-A90D4E7B5690}">
      <dgm:prSet/>
      <dgm:spPr/>
      <dgm:t>
        <a:bodyPr/>
        <a:lstStyle/>
        <a:p>
          <a:endParaRPr lang="en-US"/>
        </a:p>
      </dgm:t>
    </dgm:pt>
    <dgm:pt modelId="{FD0DE543-1168-481D-B815-ECC05D7D5D2E}">
      <dgm:prSet/>
      <dgm:spPr/>
      <dgm:t>
        <a:bodyPr/>
        <a:lstStyle/>
        <a:p>
          <a:r>
            <a:rPr lang="en-US"/>
            <a:t>• Analyze behavioral patterns</a:t>
          </a:r>
        </a:p>
      </dgm:t>
    </dgm:pt>
    <dgm:pt modelId="{A43F84DD-2D67-4ACF-9307-A1EF50B128D7}" type="parTrans" cxnId="{94849F17-880C-4DAA-87DB-0DDE1A4F7A7E}">
      <dgm:prSet/>
      <dgm:spPr/>
      <dgm:t>
        <a:bodyPr/>
        <a:lstStyle/>
        <a:p>
          <a:endParaRPr lang="en-US"/>
        </a:p>
      </dgm:t>
    </dgm:pt>
    <dgm:pt modelId="{98A246C2-8402-4108-9C4C-C95B09AC0536}" type="sibTrans" cxnId="{94849F17-880C-4DAA-87DB-0DDE1A4F7A7E}">
      <dgm:prSet/>
      <dgm:spPr/>
      <dgm:t>
        <a:bodyPr/>
        <a:lstStyle/>
        <a:p>
          <a:endParaRPr lang="en-US"/>
        </a:p>
      </dgm:t>
    </dgm:pt>
    <dgm:pt modelId="{3124141E-6EFB-47D2-845E-E3DE2D799DE3}">
      <dgm:prSet/>
      <dgm:spPr/>
      <dgm:t>
        <a:bodyPr/>
        <a:lstStyle/>
        <a:p>
          <a:r>
            <a:rPr lang="en-US"/>
            <a:t>• Provide insights and recommendations</a:t>
          </a:r>
        </a:p>
      </dgm:t>
    </dgm:pt>
    <dgm:pt modelId="{2822AC3C-F59F-45D2-B9CB-1579A4F41983}" type="parTrans" cxnId="{ADD4966D-3539-4774-A9A9-ACE71B84F50E}">
      <dgm:prSet/>
      <dgm:spPr/>
      <dgm:t>
        <a:bodyPr/>
        <a:lstStyle/>
        <a:p>
          <a:endParaRPr lang="en-US"/>
        </a:p>
      </dgm:t>
    </dgm:pt>
    <dgm:pt modelId="{7F2C56A7-4DEF-4F50-9F35-350277BA5DC2}" type="sibTrans" cxnId="{ADD4966D-3539-4774-A9A9-ACE71B84F50E}">
      <dgm:prSet/>
      <dgm:spPr/>
      <dgm:t>
        <a:bodyPr/>
        <a:lstStyle/>
        <a:p>
          <a:endParaRPr lang="en-US"/>
        </a:p>
      </dgm:t>
    </dgm:pt>
    <dgm:pt modelId="{4307ED3E-7EC9-48DB-8925-7218E56CE832}" type="pres">
      <dgm:prSet presAssocID="{1762A114-D2F9-46A4-9FC6-F8FC97666AFC}" presName="root" presStyleCnt="0">
        <dgm:presLayoutVars>
          <dgm:dir/>
          <dgm:resizeHandles val="exact"/>
        </dgm:presLayoutVars>
      </dgm:prSet>
      <dgm:spPr/>
    </dgm:pt>
    <dgm:pt modelId="{1C51200A-A63F-49DC-92FB-E1719BE18C97}" type="pres">
      <dgm:prSet presAssocID="{C40A5B25-A7BE-4255-A1C7-B495F4E833FA}" presName="compNode" presStyleCnt="0"/>
      <dgm:spPr/>
    </dgm:pt>
    <dgm:pt modelId="{29C9FCEB-1359-4AB2-A615-467B79340864}" type="pres">
      <dgm:prSet presAssocID="{C40A5B25-A7BE-4255-A1C7-B495F4E833FA}" presName="bgRect" presStyleLbl="bgShp" presStyleIdx="0" presStyleCnt="3"/>
      <dgm:spPr/>
    </dgm:pt>
    <dgm:pt modelId="{4DA834E5-DF21-467A-98E1-067761A73416}" type="pres">
      <dgm:prSet presAssocID="{C40A5B25-A7BE-4255-A1C7-B495F4E833F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ptop Secure"/>
        </a:ext>
      </dgm:extLst>
    </dgm:pt>
    <dgm:pt modelId="{72524B6E-245F-4488-8B69-C276D45288DC}" type="pres">
      <dgm:prSet presAssocID="{C40A5B25-A7BE-4255-A1C7-B495F4E833FA}" presName="spaceRect" presStyleCnt="0"/>
      <dgm:spPr/>
    </dgm:pt>
    <dgm:pt modelId="{E9EB639C-F10B-4E22-A751-5090D79CB353}" type="pres">
      <dgm:prSet presAssocID="{C40A5B25-A7BE-4255-A1C7-B495F4E833FA}" presName="parTx" presStyleLbl="revTx" presStyleIdx="0" presStyleCnt="3">
        <dgm:presLayoutVars>
          <dgm:chMax val="0"/>
          <dgm:chPref val="0"/>
        </dgm:presLayoutVars>
      </dgm:prSet>
      <dgm:spPr/>
    </dgm:pt>
    <dgm:pt modelId="{862B47F5-3DD9-44C5-9E4F-C4BF1BE7FBD6}" type="pres">
      <dgm:prSet presAssocID="{5CB0E254-AA9D-41E7-9F1F-EB24BB1700E2}" presName="sibTrans" presStyleCnt="0"/>
      <dgm:spPr/>
    </dgm:pt>
    <dgm:pt modelId="{D29EB326-C7C6-407D-BC1E-B030635C6163}" type="pres">
      <dgm:prSet presAssocID="{FD0DE543-1168-481D-B815-ECC05D7D5D2E}" presName="compNode" presStyleCnt="0"/>
      <dgm:spPr/>
    </dgm:pt>
    <dgm:pt modelId="{900F8D41-F534-4E1B-9828-753736DAD4D9}" type="pres">
      <dgm:prSet presAssocID="{FD0DE543-1168-481D-B815-ECC05D7D5D2E}" presName="bgRect" presStyleLbl="bgShp" presStyleIdx="1" presStyleCnt="3"/>
      <dgm:spPr/>
    </dgm:pt>
    <dgm:pt modelId="{0191BB88-4538-4EF5-B227-0E21012E1BFD}" type="pres">
      <dgm:prSet presAssocID="{FD0DE543-1168-481D-B815-ECC05D7D5D2E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ment Urgent"/>
        </a:ext>
      </dgm:extLst>
    </dgm:pt>
    <dgm:pt modelId="{85898E55-1DC2-4599-94F1-6E52EA79416B}" type="pres">
      <dgm:prSet presAssocID="{FD0DE543-1168-481D-B815-ECC05D7D5D2E}" presName="spaceRect" presStyleCnt="0"/>
      <dgm:spPr/>
    </dgm:pt>
    <dgm:pt modelId="{E12396BF-00E2-47D4-93F0-26410F810257}" type="pres">
      <dgm:prSet presAssocID="{FD0DE543-1168-481D-B815-ECC05D7D5D2E}" presName="parTx" presStyleLbl="revTx" presStyleIdx="1" presStyleCnt="3">
        <dgm:presLayoutVars>
          <dgm:chMax val="0"/>
          <dgm:chPref val="0"/>
        </dgm:presLayoutVars>
      </dgm:prSet>
      <dgm:spPr/>
    </dgm:pt>
    <dgm:pt modelId="{EDAE754B-569F-4C69-9E39-CFFCE8CDA125}" type="pres">
      <dgm:prSet presAssocID="{98A246C2-8402-4108-9C4C-C95B09AC0536}" presName="sibTrans" presStyleCnt="0"/>
      <dgm:spPr/>
    </dgm:pt>
    <dgm:pt modelId="{F1DC0519-D7EA-45D7-8E4F-9B357A1A85C3}" type="pres">
      <dgm:prSet presAssocID="{3124141E-6EFB-47D2-845E-E3DE2D799DE3}" presName="compNode" presStyleCnt="0"/>
      <dgm:spPr/>
    </dgm:pt>
    <dgm:pt modelId="{3627D322-B2C2-4F90-91E2-3901E647C0E3}" type="pres">
      <dgm:prSet presAssocID="{3124141E-6EFB-47D2-845E-E3DE2D799DE3}" presName="bgRect" presStyleLbl="bgShp" presStyleIdx="2" presStyleCnt="3"/>
      <dgm:spPr/>
    </dgm:pt>
    <dgm:pt modelId="{CC91BBBE-8F9F-4DB3-98BF-BB7DC74C6004}" type="pres">
      <dgm:prSet presAssocID="{3124141E-6EFB-47D2-845E-E3DE2D799DE3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nboarding"/>
        </a:ext>
      </dgm:extLst>
    </dgm:pt>
    <dgm:pt modelId="{4619DFC0-52DD-4745-A9DB-FFA20C2209F6}" type="pres">
      <dgm:prSet presAssocID="{3124141E-6EFB-47D2-845E-E3DE2D799DE3}" presName="spaceRect" presStyleCnt="0"/>
      <dgm:spPr/>
    </dgm:pt>
    <dgm:pt modelId="{4B416F17-1359-408A-B52E-B16C2CC9D4FA}" type="pres">
      <dgm:prSet presAssocID="{3124141E-6EFB-47D2-845E-E3DE2D799DE3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2D0C8100-BCA0-408C-A1A7-3641122F2E9A}" type="presOf" srcId="{1762A114-D2F9-46A4-9FC6-F8FC97666AFC}" destId="{4307ED3E-7EC9-48DB-8925-7218E56CE832}" srcOrd="0" destOrd="0" presId="urn:microsoft.com/office/officeart/2018/2/layout/IconVerticalSolidList"/>
    <dgm:cxn modelId="{94849F17-880C-4DAA-87DB-0DDE1A4F7A7E}" srcId="{1762A114-D2F9-46A4-9FC6-F8FC97666AFC}" destId="{FD0DE543-1168-481D-B815-ECC05D7D5D2E}" srcOrd="1" destOrd="0" parTransId="{A43F84DD-2D67-4ACF-9307-A1EF50B128D7}" sibTransId="{98A246C2-8402-4108-9C4C-C95B09AC0536}"/>
    <dgm:cxn modelId="{7D84FD3E-861E-452B-AFB8-DB6D86EB74CC}" type="presOf" srcId="{FD0DE543-1168-481D-B815-ECC05D7D5D2E}" destId="{E12396BF-00E2-47D4-93F0-26410F810257}" srcOrd="0" destOrd="0" presId="urn:microsoft.com/office/officeart/2018/2/layout/IconVerticalSolidList"/>
    <dgm:cxn modelId="{9A2CD564-9D68-407B-BC80-A90D4E7B5690}" srcId="{1762A114-D2F9-46A4-9FC6-F8FC97666AFC}" destId="{C40A5B25-A7BE-4255-A1C7-B495F4E833FA}" srcOrd="0" destOrd="0" parTransId="{74A4251B-B928-4BB2-A3BA-D8563F48299F}" sibTransId="{5CB0E254-AA9D-41E7-9F1F-EB24BB1700E2}"/>
    <dgm:cxn modelId="{A161AF68-1F35-438A-891A-BDA9147DDB95}" type="presOf" srcId="{C40A5B25-A7BE-4255-A1C7-B495F4E833FA}" destId="{E9EB639C-F10B-4E22-A751-5090D79CB353}" srcOrd="0" destOrd="0" presId="urn:microsoft.com/office/officeart/2018/2/layout/IconVerticalSolidList"/>
    <dgm:cxn modelId="{ADD4966D-3539-4774-A9A9-ACE71B84F50E}" srcId="{1762A114-D2F9-46A4-9FC6-F8FC97666AFC}" destId="{3124141E-6EFB-47D2-845E-E3DE2D799DE3}" srcOrd="2" destOrd="0" parTransId="{2822AC3C-F59F-45D2-B9CB-1579A4F41983}" sibTransId="{7F2C56A7-4DEF-4F50-9F35-350277BA5DC2}"/>
    <dgm:cxn modelId="{BA9452AD-504F-4E6F-8AF0-300CA99D0109}" type="presOf" srcId="{3124141E-6EFB-47D2-845E-E3DE2D799DE3}" destId="{4B416F17-1359-408A-B52E-B16C2CC9D4FA}" srcOrd="0" destOrd="0" presId="urn:microsoft.com/office/officeart/2018/2/layout/IconVerticalSolidList"/>
    <dgm:cxn modelId="{D8688003-7018-4AD1-8CDA-CEA391523725}" type="presParOf" srcId="{4307ED3E-7EC9-48DB-8925-7218E56CE832}" destId="{1C51200A-A63F-49DC-92FB-E1719BE18C97}" srcOrd="0" destOrd="0" presId="urn:microsoft.com/office/officeart/2018/2/layout/IconVerticalSolidList"/>
    <dgm:cxn modelId="{F1704FEC-C83F-460C-A613-797B101CBF42}" type="presParOf" srcId="{1C51200A-A63F-49DC-92FB-E1719BE18C97}" destId="{29C9FCEB-1359-4AB2-A615-467B79340864}" srcOrd="0" destOrd="0" presId="urn:microsoft.com/office/officeart/2018/2/layout/IconVerticalSolidList"/>
    <dgm:cxn modelId="{88F0EED4-0376-406C-89BE-D3D6EB811178}" type="presParOf" srcId="{1C51200A-A63F-49DC-92FB-E1719BE18C97}" destId="{4DA834E5-DF21-467A-98E1-067761A73416}" srcOrd="1" destOrd="0" presId="urn:microsoft.com/office/officeart/2018/2/layout/IconVerticalSolidList"/>
    <dgm:cxn modelId="{02C6858F-7A22-4C49-9189-06007D0AB72D}" type="presParOf" srcId="{1C51200A-A63F-49DC-92FB-E1719BE18C97}" destId="{72524B6E-245F-4488-8B69-C276D45288DC}" srcOrd="2" destOrd="0" presId="urn:microsoft.com/office/officeart/2018/2/layout/IconVerticalSolidList"/>
    <dgm:cxn modelId="{D6C98E77-EB09-4F53-8F62-19451F36E12F}" type="presParOf" srcId="{1C51200A-A63F-49DC-92FB-E1719BE18C97}" destId="{E9EB639C-F10B-4E22-A751-5090D79CB353}" srcOrd="3" destOrd="0" presId="urn:microsoft.com/office/officeart/2018/2/layout/IconVerticalSolidList"/>
    <dgm:cxn modelId="{A822DD17-10E2-4A24-91F8-18B6EF3798A4}" type="presParOf" srcId="{4307ED3E-7EC9-48DB-8925-7218E56CE832}" destId="{862B47F5-3DD9-44C5-9E4F-C4BF1BE7FBD6}" srcOrd="1" destOrd="0" presId="urn:microsoft.com/office/officeart/2018/2/layout/IconVerticalSolidList"/>
    <dgm:cxn modelId="{3B0403C7-89FD-4240-993B-288C63C52710}" type="presParOf" srcId="{4307ED3E-7EC9-48DB-8925-7218E56CE832}" destId="{D29EB326-C7C6-407D-BC1E-B030635C6163}" srcOrd="2" destOrd="0" presId="urn:microsoft.com/office/officeart/2018/2/layout/IconVerticalSolidList"/>
    <dgm:cxn modelId="{C4A85668-EFF5-41F5-A756-6D0D9D1BC321}" type="presParOf" srcId="{D29EB326-C7C6-407D-BC1E-B030635C6163}" destId="{900F8D41-F534-4E1B-9828-753736DAD4D9}" srcOrd="0" destOrd="0" presId="urn:microsoft.com/office/officeart/2018/2/layout/IconVerticalSolidList"/>
    <dgm:cxn modelId="{E76AC8FE-A338-4C6C-B80C-786DF45C1F86}" type="presParOf" srcId="{D29EB326-C7C6-407D-BC1E-B030635C6163}" destId="{0191BB88-4538-4EF5-B227-0E21012E1BFD}" srcOrd="1" destOrd="0" presId="urn:microsoft.com/office/officeart/2018/2/layout/IconVerticalSolidList"/>
    <dgm:cxn modelId="{17A8C150-122A-4967-9638-F680F066145C}" type="presParOf" srcId="{D29EB326-C7C6-407D-BC1E-B030635C6163}" destId="{85898E55-1DC2-4599-94F1-6E52EA79416B}" srcOrd="2" destOrd="0" presId="urn:microsoft.com/office/officeart/2018/2/layout/IconVerticalSolidList"/>
    <dgm:cxn modelId="{3E48E88F-1BCE-4292-A829-1551BA62655B}" type="presParOf" srcId="{D29EB326-C7C6-407D-BC1E-B030635C6163}" destId="{E12396BF-00E2-47D4-93F0-26410F810257}" srcOrd="3" destOrd="0" presId="urn:microsoft.com/office/officeart/2018/2/layout/IconVerticalSolidList"/>
    <dgm:cxn modelId="{E4BFCC8D-7101-441C-8A4C-EDBE4AF4985C}" type="presParOf" srcId="{4307ED3E-7EC9-48DB-8925-7218E56CE832}" destId="{EDAE754B-569F-4C69-9E39-CFFCE8CDA125}" srcOrd="3" destOrd="0" presId="urn:microsoft.com/office/officeart/2018/2/layout/IconVerticalSolidList"/>
    <dgm:cxn modelId="{31CAAD4B-4BFD-46B8-8758-B3CC6389A21C}" type="presParOf" srcId="{4307ED3E-7EC9-48DB-8925-7218E56CE832}" destId="{F1DC0519-D7EA-45D7-8E4F-9B357A1A85C3}" srcOrd="4" destOrd="0" presId="urn:microsoft.com/office/officeart/2018/2/layout/IconVerticalSolidList"/>
    <dgm:cxn modelId="{D948E2F6-0FB6-42B1-B3EF-EA7D5339703A}" type="presParOf" srcId="{F1DC0519-D7EA-45D7-8E4F-9B357A1A85C3}" destId="{3627D322-B2C2-4F90-91E2-3901E647C0E3}" srcOrd="0" destOrd="0" presId="urn:microsoft.com/office/officeart/2018/2/layout/IconVerticalSolidList"/>
    <dgm:cxn modelId="{0A1AB90D-8F4C-4519-B72C-894EC6E9C483}" type="presParOf" srcId="{F1DC0519-D7EA-45D7-8E4F-9B357A1A85C3}" destId="{CC91BBBE-8F9F-4DB3-98BF-BB7DC74C6004}" srcOrd="1" destOrd="0" presId="urn:microsoft.com/office/officeart/2018/2/layout/IconVerticalSolidList"/>
    <dgm:cxn modelId="{4765E3DD-97F9-44B4-9284-90A1A31913BC}" type="presParOf" srcId="{F1DC0519-D7EA-45D7-8E4F-9B357A1A85C3}" destId="{4619DFC0-52DD-4745-A9DB-FFA20C2209F6}" srcOrd="2" destOrd="0" presId="urn:microsoft.com/office/officeart/2018/2/layout/IconVerticalSolidList"/>
    <dgm:cxn modelId="{61562020-528E-4900-951B-896D188AD5F5}" type="presParOf" srcId="{F1DC0519-D7EA-45D7-8E4F-9B357A1A85C3}" destId="{4B416F17-1359-408A-B52E-B16C2CC9D4F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BEEFC53-D3D9-4406-A13D-74D3B57E86F5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461AD72-46CC-4CA1-AAFD-45BE5E948CC2}">
      <dgm:prSet/>
      <dgm:spPr/>
      <dgm:t>
        <a:bodyPr/>
        <a:lstStyle/>
        <a:p>
          <a:r>
            <a:rPr lang="en-US"/>
            <a:t>1. Data Collection</a:t>
          </a:r>
        </a:p>
      </dgm:t>
    </dgm:pt>
    <dgm:pt modelId="{48BAD0ED-C284-4BC5-A48B-E0C5604C89D1}" type="parTrans" cxnId="{782DE745-699E-41DD-A218-E684F7C01C66}">
      <dgm:prSet/>
      <dgm:spPr/>
      <dgm:t>
        <a:bodyPr/>
        <a:lstStyle/>
        <a:p>
          <a:endParaRPr lang="en-US"/>
        </a:p>
      </dgm:t>
    </dgm:pt>
    <dgm:pt modelId="{B68156CA-6290-43A5-9980-B469C7FB96A3}" type="sibTrans" cxnId="{782DE745-699E-41DD-A218-E684F7C01C66}">
      <dgm:prSet/>
      <dgm:spPr/>
      <dgm:t>
        <a:bodyPr/>
        <a:lstStyle/>
        <a:p>
          <a:endParaRPr lang="en-US"/>
        </a:p>
      </dgm:t>
    </dgm:pt>
    <dgm:pt modelId="{DAE5E287-EF1B-4B9B-BDB9-5EF079C25841}">
      <dgm:prSet/>
      <dgm:spPr/>
      <dgm:t>
        <a:bodyPr/>
        <a:lstStyle/>
        <a:p>
          <a:r>
            <a:rPr lang="en-US"/>
            <a:t>2. Data Preprocessing</a:t>
          </a:r>
        </a:p>
      </dgm:t>
    </dgm:pt>
    <dgm:pt modelId="{BD1DFF22-E8DF-44BC-9C10-16664C00554A}" type="parTrans" cxnId="{593B320D-135E-46FF-B9E2-BE6578B98C96}">
      <dgm:prSet/>
      <dgm:spPr/>
      <dgm:t>
        <a:bodyPr/>
        <a:lstStyle/>
        <a:p>
          <a:endParaRPr lang="en-US"/>
        </a:p>
      </dgm:t>
    </dgm:pt>
    <dgm:pt modelId="{8AD48EC8-0AB5-4253-AD5E-DE5B7326A5EA}" type="sibTrans" cxnId="{593B320D-135E-46FF-B9E2-BE6578B98C96}">
      <dgm:prSet/>
      <dgm:spPr/>
      <dgm:t>
        <a:bodyPr/>
        <a:lstStyle/>
        <a:p>
          <a:endParaRPr lang="en-US"/>
        </a:p>
      </dgm:t>
    </dgm:pt>
    <dgm:pt modelId="{690DAE63-E639-4A6F-B08B-D966C93D39E1}">
      <dgm:prSet/>
      <dgm:spPr/>
      <dgm:t>
        <a:bodyPr/>
        <a:lstStyle/>
        <a:p>
          <a:r>
            <a:rPr lang="en-US"/>
            <a:t>3. ML Model Application</a:t>
          </a:r>
        </a:p>
      </dgm:t>
    </dgm:pt>
    <dgm:pt modelId="{D7F1D949-EF96-4463-86E0-5A74BFD41E72}" type="parTrans" cxnId="{F0972A08-9B01-4671-824A-80F2E9690FE9}">
      <dgm:prSet/>
      <dgm:spPr/>
      <dgm:t>
        <a:bodyPr/>
        <a:lstStyle/>
        <a:p>
          <a:endParaRPr lang="en-US"/>
        </a:p>
      </dgm:t>
    </dgm:pt>
    <dgm:pt modelId="{A5F5A528-1AB8-425D-8BEC-95355C878CA6}" type="sibTrans" cxnId="{F0972A08-9B01-4671-824A-80F2E9690FE9}">
      <dgm:prSet/>
      <dgm:spPr/>
      <dgm:t>
        <a:bodyPr/>
        <a:lstStyle/>
        <a:p>
          <a:endParaRPr lang="en-US"/>
        </a:p>
      </dgm:t>
    </dgm:pt>
    <dgm:pt modelId="{AFD82528-7F66-4B27-9071-A0B95F7B258E}">
      <dgm:prSet/>
      <dgm:spPr/>
      <dgm:t>
        <a:bodyPr/>
        <a:lstStyle/>
        <a:p>
          <a:r>
            <a:rPr lang="en-US"/>
            <a:t>4. Behavior Analysis</a:t>
          </a:r>
        </a:p>
      </dgm:t>
    </dgm:pt>
    <dgm:pt modelId="{FB2514F1-5EA5-4B71-B282-2C4B8275BFDC}" type="parTrans" cxnId="{D6D5F9BF-FCB6-49ED-A424-35D04072C3B0}">
      <dgm:prSet/>
      <dgm:spPr/>
      <dgm:t>
        <a:bodyPr/>
        <a:lstStyle/>
        <a:p>
          <a:endParaRPr lang="en-US"/>
        </a:p>
      </dgm:t>
    </dgm:pt>
    <dgm:pt modelId="{5AE52925-7E02-4C77-B8DC-801182D3F462}" type="sibTrans" cxnId="{D6D5F9BF-FCB6-49ED-A424-35D04072C3B0}">
      <dgm:prSet/>
      <dgm:spPr/>
      <dgm:t>
        <a:bodyPr/>
        <a:lstStyle/>
        <a:p>
          <a:endParaRPr lang="en-US"/>
        </a:p>
      </dgm:t>
    </dgm:pt>
    <dgm:pt modelId="{0C9EF80A-BD26-45ED-8A37-994EEE0A5B23}" type="pres">
      <dgm:prSet presAssocID="{0BEEFC53-D3D9-4406-A13D-74D3B57E86F5}" presName="linear" presStyleCnt="0">
        <dgm:presLayoutVars>
          <dgm:animLvl val="lvl"/>
          <dgm:resizeHandles val="exact"/>
        </dgm:presLayoutVars>
      </dgm:prSet>
      <dgm:spPr/>
    </dgm:pt>
    <dgm:pt modelId="{470933B6-203A-4E2B-A593-9E85BB3BB4EF}" type="pres">
      <dgm:prSet presAssocID="{0461AD72-46CC-4CA1-AAFD-45BE5E948CC2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4C59A2BD-DE88-4BF1-B184-64386E8C2362}" type="pres">
      <dgm:prSet presAssocID="{B68156CA-6290-43A5-9980-B469C7FB96A3}" presName="spacer" presStyleCnt="0"/>
      <dgm:spPr/>
    </dgm:pt>
    <dgm:pt modelId="{8AEE0D67-DDFF-4BA6-9FA5-8C3B732D44E1}" type="pres">
      <dgm:prSet presAssocID="{DAE5E287-EF1B-4B9B-BDB9-5EF079C25841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A2F20DEE-A9BC-45AB-8EDF-924B25CC708E}" type="pres">
      <dgm:prSet presAssocID="{8AD48EC8-0AB5-4253-AD5E-DE5B7326A5EA}" presName="spacer" presStyleCnt="0"/>
      <dgm:spPr/>
    </dgm:pt>
    <dgm:pt modelId="{8417A673-6DB0-413C-964F-8D6C6D5119E9}" type="pres">
      <dgm:prSet presAssocID="{690DAE63-E639-4A6F-B08B-D966C93D39E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62E80B11-5E0E-45D5-B2F5-A7B1AE6DC8FD}" type="pres">
      <dgm:prSet presAssocID="{A5F5A528-1AB8-425D-8BEC-95355C878CA6}" presName="spacer" presStyleCnt="0"/>
      <dgm:spPr/>
    </dgm:pt>
    <dgm:pt modelId="{4887CC5D-0A6C-41C9-9AF1-013DF36CBFDE}" type="pres">
      <dgm:prSet presAssocID="{AFD82528-7F66-4B27-9071-A0B95F7B258E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F0972A08-9B01-4671-824A-80F2E9690FE9}" srcId="{0BEEFC53-D3D9-4406-A13D-74D3B57E86F5}" destId="{690DAE63-E639-4A6F-B08B-D966C93D39E1}" srcOrd="2" destOrd="0" parTransId="{D7F1D949-EF96-4463-86E0-5A74BFD41E72}" sibTransId="{A5F5A528-1AB8-425D-8BEC-95355C878CA6}"/>
    <dgm:cxn modelId="{593B320D-135E-46FF-B9E2-BE6578B98C96}" srcId="{0BEEFC53-D3D9-4406-A13D-74D3B57E86F5}" destId="{DAE5E287-EF1B-4B9B-BDB9-5EF079C25841}" srcOrd="1" destOrd="0" parTransId="{BD1DFF22-E8DF-44BC-9C10-16664C00554A}" sibTransId="{8AD48EC8-0AB5-4253-AD5E-DE5B7326A5EA}"/>
    <dgm:cxn modelId="{28B1D315-D086-4A9F-9184-4D0DF5AD2D13}" type="presOf" srcId="{DAE5E287-EF1B-4B9B-BDB9-5EF079C25841}" destId="{8AEE0D67-DDFF-4BA6-9FA5-8C3B732D44E1}" srcOrd="0" destOrd="0" presId="urn:microsoft.com/office/officeart/2005/8/layout/vList2"/>
    <dgm:cxn modelId="{782DE745-699E-41DD-A218-E684F7C01C66}" srcId="{0BEEFC53-D3D9-4406-A13D-74D3B57E86F5}" destId="{0461AD72-46CC-4CA1-AAFD-45BE5E948CC2}" srcOrd="0" destOrd="0" parTransId="{48BAD0ED-C284-4BC5-A48B-E0C5604C89D1}" sibTransId="{B68156CA-6290-43A5-9980-B469C7FB96A3}"/>
    <dgm:cxn modelId="{435A1173-B5C6-464E-8B5A-0AB0C3A00673}" type="presOf" srcId="{690DAE63-E639-4A6F-B08B-D966C93D39E1}" destId="{8417A673-6DB0-413C-964F-8D6C6D5119E9}" srcOrd="0" destOrd="0" presId="urn:microsoft.com/office/officeart/2005/8/layout/vList2"/>
    <dgm:cxn modelId="{8D13F8A7-D570-45EF-8B36-2C31EFFB4C75}" type="presOf" srcId="{AFD82528-7F66-4B27-9071-A0B95F7B258E}" destId="{4887CC5D-0A6C-41C9-9AF1-013DF36CBFDE}" srcOrd="0" destOrd="0" presId="urn:microsoft.com/office/officeart/2005/8/layout/vList2"/>
    <dgm:cxn modelId="{D6D5F9BF-FCB6-49ED-A424-35D04072C3B0}" srcId="{0BEEFC53-D3D9-4406-A13D-74D3B57E86F5}" destId="{AFD82528-7F66-4B27-9071-A0B95F7B258E}" srcOrd="3" destOrd="0" parTransId="{FB2514F1-5EA5-4B71-B282-2C4B8275BFDC}" sibTransId="{5AE52925-7E02-4C77-B8DC-801182D3F462}"/>
    <dgm:cxn modelId="{5E0283D9-94AA-4DCF-B5B5-66043678C8C5}" type="presOf" srcId="{0461AD72-46CC-4CA1-AAFD-45BE5E948CC2}" destId="{470933B6-203A-4E2B-A593-9E85BB3BB4EF}" srcOrd="0" destOrd="0" presId="urn:microsoft.com/office/officeart/2005/8/layout/vList2"/>
    <dgm:cxn modelId="{8048E5FA-F4BF-41B8-A6BC-BEF1C676057B}" type="presOf" srcId="{0BEEFC53-D3D9-4406-A13D-74D3B57E86F5}" destId="{0C9EF80A-BD26-45ED-8A37-994EEE0A5B23}" srcOrd="0" destOrd="0" presId="urn:microsoft.com/office/officeart/2005/8/layout/vList2"/>
    <dgm:cxn modelId="{3874CE75-9626-40B7-8689-56FFD0CC1AE7}" type="presParOf" srcId="{0C9EF80A-BD26-45ED-8A37-994EEE0A5B23}" destId="{470933B6-203A-4E2B-A593-9E85BB3BB4EF}" srcOrd="0" destOrd="0" presId="urn:microsoft.com/office/officeart/2005/8/layout/vList2"/>
    <dgm:cxn modelId="{A5E47532-5749-49E2-8170-89F38F2F310A}" type="presParOf" srcId="{0C9EF80A-BD26-45ED-8A37-994EEE0A5B23}" destId="{4C59A2BD-DE88-4BF1-B184-64386E8C2362}" srcOrd="1" destOrd="0" presId="urn:microsoft.com/office/officeart/2005/8/layout/vList2"/>
    <dgm:cxn modelId="{7831728B-AEA6-4D9B-A3FA-A52A286ECB2A}" type="presParOf" srcId="{0C9EF80A-BD26-45ED-8A37-994EEE0A5B23}" destId="{8AEE0D67-DDFF-4BA6-9FA5-8C3B732D44E1}" srcOrd="2" destOrd="0" presId="urn:microsoft.com/office/officeart/2005/8/layout/vList2"/>
    <dgm:cxn modelId="{B07E19F9-5182-4002-831C-5AA7E6064503}" type="presParOf" srcId="{0C9EF80A-BD26-45ED-8A37-994EEE0A5B23}" destId="{A2F20DEE-A9BC-45AB-8EDF-924B25CC708E}" srcOrd="3" destOrd="0" presId="urn:microsoft.com/office/officeart/2005/8/layout/vList2"/>
    <dgm:cxn modelId="{8CAE18D3-162A-4F9D-BAC9-32CD9A51E23D}" type="presParOf" srcId="{0C9EF80A-BD26-45ED-8A37-994EEE0A5B23}" destId="{8417A673-6DB0-413C-964F-8D6C6D5119E9}" srcOrd="4" destOrd="0" presId="urn:microsoft.com/office/officeart/2005/8/layout/vList2"/>
    <dgm:cxn modelId="{F49F3217-4D9B-4BB7-AE25-A41EFA0D432A}" type="presParOf" srcId="{0C9EF80A-BD26-45ED-8A37-994EEE0A5B23}" destId="{62E80B11-5E0E-45D5-B2F5-A7B1AE6DC8FD}" srcOrd="5" destOrd="0" presId="urn:microsoft.com/office/officeart/2005/8/layout/vList2"/>
    <dgm:cxn modelId="{73556E0D-4A21-4F78-98B5-1191E8179053}" type="presParOf" srcId="{0C9EF80A-BD26-45ED-8A37-994EEE0A5B23}" destId="{4887CC5D-0A6C-41C9-9AF1-013DF36CBFDE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0E606C4-F619-4D17-AA69-AEAEF3198AA9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F2CF2A1-2B2E-4EB9-BA5D-9F6EA6108BD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Data Collection Layer</a:t>
          </a:r>
        </a:p>
      </dgm:t>
    </dgm:pt>
    <dgm:pt modelId="{050D1196-7CF1-4117-9BB6-2C6940F16FBE}" type="parTrans" cxnId="{9D7D2284-0DB4-490F-A51C-46440EBAAA8E}">
      <dgm:prSet/>
      <dgm:spPr/>
      <dgm:t>
        <a:bodyPr/>
        <a:lstStyle/>
        <a:p>
          <a:endParaRPr lang="en-US"/>
        </a:p>
      </dgm:t>
    </dgm:pt>
    <dgm:pt modelId="{62C4D3FC-8349-417C-81EF-D3FFED5679B5}" type="sibTrans" cxnId="{9D7D2284-0DB4-490F-A51C-46440EBAAA8E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9623E5A8-B7F5-49B7-B6D0-A36A197DE86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Processing Layer</a:t>
          </a:r>
        </a:p>
      </dgm:t>
    </dgm:pt>
    <dgm:pt modelId="{AD517A5C-907E-48DB-839D-66376E74F028}" type="parTrans" cxnId="{6032C940-CBF6-4C27-9DFD-9E8B0E0553E1}">
      <dgm:prSet/>
      <dgm:spPr/>
      <dgm:t>
        <a:bodyPr/>
        <a:lstStyle/>
        <a:p>
          <a:endParaRPr lang="en-US"/>
        </a:p>
      </dgm:t>
    </dgm:pt>
    <dgm:pt modelId="{9D6AD950-6452-45BE-9B87-0749F6913B80}" type="sibTrans" cxnId="{6032C940-CBF6-4C27-9DFD-9E8B0E0553E1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15A7A4EA-4A24-4DAC-9C05-1498A424A58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ML Layer</a:t>
          </a:r>
        </a:p>
      </dgm:t>
    </dgm:pt>
    <dgm:pt modelId="{9D951D38-AD21-4B70-B77A-D8EFE5A31044}" type="parTrans" cxnId="{E9AF91B0-3A3B-44E1-8DF2-FC660997E3AF}">
      <dgm:prSet/>
      <dgm:spPr/>
      <dgm:t>
        <a:bodyPr/>
        <a:lstStyle/>
        <a:p>
          <a:endParaRPr lang="en-US"/>
        </a:p>
      </dgm:t>
    </dgm:pt>
    <dgm:pt modelId="{269432E2-8CDD-443E-AE8A-C673AD5EB256}" type="sibTrans" cxnId="{E9AF91B0-3A3B-44E1-8DF2-FC660997E3AF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43D09FEE-C2B2-473C-950B-B9ADA734592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Presentation Layer</a:t>
          </a:r>
        </a:p>
      </dgm:t>
    </dgm:pt>
    <dgm:pt modelId="{BCAE1ADD-B7A0-43AE-AA82-2AF5A03D73D1}" type="parTrans" cxnId="{66DBAFA8-D2AC-4702-A07A-33C88123D66C}">
      <dgm:prSet/>
      <dgm:spPr/>
      <dgm:t>
        <a:bodyPr/>
        <a:lstStyle/>
        <a:p>
          <a:endParaRPr lang="en-US"/>
        </a:p>
      </dgm:t>
    </dgm:pt>
    <dgm:pt modelId="{BA7B94E7-212B-4702-B0D9-5D5A16E11AFF}" type="sibTrans" cxnId="{66DBAFA8-D2AC-4702-A07A-33C88123D66C}">
      <dgm:prSet/>
      <dgm:spPr/>
      <dgm:t>
        <a:bodyPr/>
        <a:lstStyle/>
        <a:p>
          <a:endParaRPr lang="en-US"/>
        </a:p>
      </dgm:t>
    </dgm:pt>
    <dgm:pt modelId="{35029FA7-A14E-40A3-9CF9-7E6645462A6D}" type="pres">
      <dgm:prSet presAssocID="{A0E606C4-F619-4D17-AA69-AEAEF3198AA9}" presName="root" presStyleCnt="0">
        <dgm:presLayoutVars>
          <dgm:dir/>
          <dgm:resizeHandles val="exact"/>
        </dgm:presLayoutVars>
      </dgm:prSet>
      <dgm:spPr/>
    </dgm:pt>
    <dgm:pt modelId="{05B910EE-378F-4EE3-8E53-BCC2716540CC}" type="pres">
      <dgm:prSet presAssocID="{A0E606C4-F619-4D17-AA69-AEAEF3198AA9}" presName="container" presStyleCnt="0">
        <dgm:presLayoutVars>
          <dgm:dir/>
          <dgm:resizeHandles val="exact"/>
        </dgm:presLayoutVars>
      </dgm:prSet>
      <dgm:spPr/>
    </dgm:pt>
    <dgm:pt modelId="{D6D128D9-8102-4812-88A3-44E2455DBC55}" type="pres">
      <dgm:prSet presAssocID="{FF2CF2A1-2B2E-4EB9-BA5D-9F6EA6108BD8}" presName="compNode" presStyleCnt="0"/>
      <dgm:spPr/>
    </dgm:pt>
    <dgm:pt modelId="{1AEBCD7D-46E4-4783-8628-73469CDD426C}" type="pres">
      <dgm:prSet presAssocID="{FF2CF2A1-2B2E-4EB9-BA5D-9F6EA6108BD8}" presName="iconBgRect" presStyleLbl="bgShp" presStyleIdx="0" presStyleCnt="4"/>
      <dgm:spPr/>
    </dgm:pt>
    <dgm:pt modelId="{350C99D4-F4D2-46C4-BAB2-423320A6F269}" type="pres">
      <dgm:prSet presAssocID="{FF2CF2A1-2B2E-4EB9-BA5D-9F6EA6108BD8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0FD9D034-60AC-4AD2-9DB2-852FEEA64B4E}" type="pres">
      <dgm:prSet presAssocID="{FF2CF2A1-2B2E-4EB9-BA5D-9F6EA6108BD8}" presName="spaceRect" presStyleCnt="0"/>
      <dgm:spPr/>
    </dgm:pt>
    <dgm:pt modelId="{E8E73E37-447C-4C08-9017-D0B7132405F6}" type="pres">
      <dgm:prSet presAssocID="{FF2CF2A1-2B2E-4EB9-BA5D-9F6EA6108BD8}" presName="textRect" presStyleLbl="revTx" presStyleIdx="0" presStyleCnt="4">
        <dgm:presLayoutVars>
          <dgm:chMax val="1"/>
          <dgm:chPref val="1"/>
        </dgm:presLayoutVars>
      </dgm:prSet>
      <dgm:spPr/>
    </dgm:pt>
    <dgm:pt modelId="{9ABC240A-C5DE-4829-B265-5D1161E2C5E2}" type="pres">
      <dgm:prSet presAssocID="{62C4D3FC-8349-417C-81EF-D3FFED5679B5}" presName="sibTrans" presStyleLbl="sibTrans2D1" presStyleIdx="0" presStyleCnt="0"/>
      <dgm:spPr/>
    </dgm:pt>
    <dgm:pt modelId="{FA454820-4FA5-472A-83E1-0192B78C10E0}" type="pres">
      <dgm:prSet presAssocID="{9623E5A8-B7F5-49B7-B6D0-A36A197DE867}" presName="compNode" presStyleCnt="0"/>
      <dgm:spPr/>
    </dgm:pt>
    <dgm:pt modelId="{1A15FA1A-3BDC-4BB8-9257-670483B772CB}" type="pres">
      <dgm:prSet presAssocID="{9623E5A8-B7F5-49B7-B6D0-A36A197DE867}" presName="iconBgRect" presStyleLbl="bgShp" presStyleIdx="1" presStyleCnt="4"/>
      <dgm:spPr/>
    </dgm:pt>
    <dgm:pt modelId="{73A1AB9B-9918-43A9-9231-60266BC11D31}" type="pres">
      <dgm:prSet presAssocID="{9623E5A8-B7F5-49B7-B6D0-A36A197DE867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AC78ABAD-7CDC-4C1E-8489-88A380A43D2F}" type="pres">
      <dgm:prSet presAssocID="{9623E5A8-B7F5-49B7-B6D0-A36A197DE867}" presName="spaceRect" presStyleCnt="0"/>
      <dgm:spPr/>
    </dgm:pt>
    <dgm:pt modelId="{8FE3FCC0-9E50-48A5-858A-E0B6CB759EA6}" type="pres">
      <dgm:prSet presAssocID="{9623E5A8-B7F5-49B7-B6D0-A36A197DE867}" presName="textRect" presStyleLbl="revTx" presStyleIdx="1" presStyleCnt="4">
        <dgm:presLayoutVars>
          <dgm:chMax val="1"/>
          <dgm:chPref val="1"/>
        </dgm:presLayoutVars>
      </dgm:prSet>
      <dgm:spPr/>
    </dgm:pt>
    <dgm:pt modelId="{9D93EF9F-70D2-4BF6-80E8-4BC507C07E4B}" type="pres">
      <dgm:prSet presAssocID="{9D6AD950-6452-45BE-9B87-0749F6913B80}" presName="sibTrans" presStyleLbl="sibTrans2D1" presStyleIdx="0" presStyleCnt="0"/>
      <dgm:spPr/>
    </dgm:pt>
    <dgm:pt modelId="{1C822739-EF1D-497F-B7B6-49F598B3DD2F}" type="pres">
      <dgm:prSet presAssocID="{15A7A4EA-4A24-4DAC-9C05-1498A424A58B}" presName="compNode" presStyleCnt="0"/>
      <dgm:spPr/>
    </dgm:pt>
    <dgm:pt modelId="{DC2F5602-313D-4E06-ABCB-8CA04774C2FD}" type="pres">
      <dgm:prSet presAssocID="{15A7A4EA-4A24-4DAC-9C05-1498A424A58B}" presName="iconBgRect" presStyleLbl="bgShp" presStyleIdx="2" presStyleCnt="4"/>
      <dgm:spPr/>
    </dgm:pt>
    <dgm:pt modelId="{314F2969-0106-4E08-9529-53DD8BC778AB}" type="pres">
      <dgm:prSet presAssocID="{15A7A4EA-4A24-4DAC-9C05-1498A424A58B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est tubes"/>
        </a:ext>
      </dgm:extLst>
    </dgm:pt>
    <dgm:pt modelId="{9FAA64BD-1A8F-4CBB-8B01-4B0A8252A789}" type="pres">
      <dgm:prSet presAssocID="{15A7A4EA-4A24-4DAC-9C05-1498A424A58B}" presName="spaceRect" presStyleCnt="0"/>
      <dgm:spPr/>
    </dgm:pt>
    <dgm:pt modelId="{8C775FFA-B639-4D36-8F57-BE9E35CAD745}" type="pres">
      <dgm:prSet presAssocID="{15A7A4EA-4A24-4DAC-9C05-1498A424A58B}" presName="textRect" presStyleLbl="revTx" presStyleIdx="2" presStyleCnt="4">
        <dgm:presLayoutVars>
          <dgm:chMax val="1"/>
          <dgm:chPref val="1"/>
        </dgm:presLayoutVars>
      </dgm:prSet>
      <dgm:spPr/>
    </dgm:pt>
    <dgm:pt modelId="{5905E61D-56D3-4B6F-AE9C-9D8F07BA361F}" type="pres">
      <dgm:prSet presAssocID="{269432E2-8CDD-443E-AE8A-C673AD5EB256}" presName="sibTrans" presStyleLbl="sibTrans2D1" presStyleIdx="0" presStyleCnt="0"/>
      <dgm:spPr/>
    </dgm:pt>
    <dgm:pt modelId="{B67B1680-1C50-46BD-A52D-812805E4E115}" type="pres">
      <dgm:prSet presAssocID="{43D09FEE-C2B2-473C-950B-B9ADA7345926}" presName="compNode" presStyleCnt="0"/>
      <dgm:spPr/>
    </dgm:pt>
    <dgm:pt modelId="{6031A55B-00E8-426F-9509-019106C9B335}" type="pres">
      <dgm:prSet presAssocID="{43D09FEE-C2B2-473C-950B-B9ADA7345926}" presName="iconBgRect" presStyleLbl="bgShp" presStyleIdx="3" presStyleCnt="4"/>
      <dgm:spPr/>
    </dgm:pt>
    <dgm:pt modelId="{2071D0E6-F50D-437A-A828-3C8A19783F92}" type="pres">
      <dgm:prSet presAssocID="{43D09FEE-C2B2-473C-950B-B9ADA7345926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2A04920D-9311-4D32-840F-AE46805C4AFF}" type="pres">
      <dgm:prSet presAssocID="{43D09FEE-C2B2-473C-950B-B9ADA7345926}" presName="spaceRect" presStyleCnt="0"/>
      <dgm:spPr/>
    </dgm:pt>
    <dgm:pt modelId="{40022194-0C5E-4074-9ED0-1110A5A18F89}" type="pres">
      <dgm:prSet presAssocID="{43D09FEE-C2B2-473C-950B-B9ADA7345926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C7BE1D21-5EC2-4BD3-9D66-A7E3D7335248}" type="presOf" srcId="{15A7A4EA-4A24-4DAC-9C05-1498A424A58B}" destId="{8C775FFA-B639-4D36-8F57-BE9E35CAD745}" srcOrd="0" destOrd="0" presId="urn:microsoft.com/office/officeart/2018/2/layout/IconCircleList"/>
    <dgm:cxn modelId="{6032C940-CBF6-4C27-9DFD-9E8B0E0553E1}" srcId="{A0E606C4-F619-4D17-AA69-AEAEF3198AA9}" destId="{9623E5A8-B7F5-49B7-B6D0-A36A197DE867}" srcOrd="1" destOrd="0" parTransId="{AD517A5C-907E-48DB-839D-66376E74F028}" sibTransId="{9D6AD950-6452-45BE-9B87-0749F6913B80}"/>
    <dgm:cxn modelId="{B09AFC54-71F9-4640-88E8-D8AF9F512F8B}" type="presOf" srcId="{A0E606C4-F619-4D17-AA69-AEAEF3198AA9}" destId="{35029FA7-A14E-40A3-9CF9-7E6645462A6D}" srcOrd="0" destOrd="0" presId="urn:microsoft.com/office/officeart/2018/2/layout/IconCircleList"/>
    <dgm:cxn modelId="{55E6D179-D43E-46A9-A030-18C394441401}" type="presOf" srcId="{9623E5A8-B7F5-49B7-B6D0-A36A197DE867}" destId="{8FE3FCC0-9E50-48A5-858A-E0B6CB759EA6}" srcOrd="0" destOrd="0" presId="urn:microsoft.com/office/officeart/2018/2/layout/IconCircleList"/>
    <dgm:cxn modelId="{9D7D2284-0DB4-490F-A51C-46440EBAAA8E}" srcId="{A0E606C4-F619-4D17-AA69-AEAEF3198AA9}" destId="{FF2CF2A1-2B2E-4EB9-BA5D-9F6EA6108BD8}" srcOrd="0" destOrd="0" parTransId="{050D1196-7CF1-4117-9BB6-2C6940F16FBE}" sibTransId="{62C4D3FC-8349-417C-81EF-D3FFED5679B5}"/>
    <dgm:cxn modelId="{561A339B-07CC-4F66-B728-A5828F0A5A8A}" type="presOf" srcId="{269432E2-8CDD-443E-AE8A-C673AD5EB256}" destId="{5905E61D-56D3-4B6F-AE9C-9D8F07BA361F}" srcOrd="0" destOrd="0" presId="urn:microsoft.com/office/officeart/2018/2/layout/IconCircleList"/>
    <dgm:cxn modelId="{59E6BCA5-20DE-4737-B961-A4FFC48B4E90}" type="presOf" srcId="{43D09FEE-C2B2-473C-950B-B9ADA7345926}" destId="{40022194-0C5E-4074-9ED0-1110A5A18F89}" srcOrd="0" destOrd="0" presId="urn:microsoft.com/office/officeart/2018/2/layout/IconCircleList"/>
    <dgm:cxn modelId="{66DBAFA8-D2AC-4702-A07A-33C88123D66C}" srcId="{A0E606C4-F619-4D17-AA69-AEAEF3198AA9}" destId="{43D09FEE-C2B2-473C-950B-B9ADA7345926}" srcOrd="3" destOrd="0" parTransId="{BCAE1ADD-B7A0-43AE-AA82-2AF5A03D73D1}" sibTransId="{BA7B94E7-212B-4702-B0D9-5D5A16E11AFF}"/>
    <dgm:cxn modelId="{E9AF91B0-3A3B-44E1-8DF2-FC660997E3AF}" srcId="{A0E606C4-F619-4D17-AA69-AEAEF3198AA9}" destId="{15A7A4EA-4A24-4DAC-9C05-1498A424A58B}" srcOrd="2" destOrd="0" parTransId="{9D951D38-AD21-4B70-B77A-D8EFE5A31044}" sibTransId="{269432E2-8CDD-443E-AE8A-C673AD5EB256}"/>
    <dgm:cxn modelId="{EF00DEB4-0F73-4681-A39D-AC1078A6B57D}" type="presOf" srcId="{FF2CF2A1-2B2E-4EB9-BA5D-9F6EA6108BD8}" destId="{E8E73E37-447C-4C08-9017-D0B7132405F6}" srcOrd="0" destOrd="0" presId="urn:microsoft.com/office/officeart/2018/2/layout/IconCircleList"/>
    <dgm:cxn modelId="{27512AEA-3B3E-463F-BA55-5E91055ECD91}" type="presOf" srcId="{62C4D3FC-8349-417C-81EF-D3FFED5679B5}" destId="{9ABC240A-C5DE-4829-B265-5D1161E2C5E2}" srcOrd="0" destOrd="0" presId="urn:microsoft.com/office/officeart/2018/2/layout/IconCircleList"/>
    <dgm:cxn modelId="{77DA98F8-3685-4BFC-867B-8131C696A1DF}" type="presOf" srcId="{9D6AD950-6452-45BE-9B87-0749F6913B80}" destId="{9D93EF9F-70D2-4BF6-80E8-4BC507C07E4B}" srcOrd="0" destOrd="0" presId="urn:microsoft.com/office/officeart/2018/2/layout/IconCircleList"/>
    <dgm:cxn modelId="{53ABC171-E623-472D-BC6C-52FF13EFAA06}" type="presParOf" srcId="{35029FA7-A14E-40A3-9CF9-7E6645462A6D}" destId="{05B910EE-378F-4EE3-8E53-BCC2716540CC}" srcOrd="0" destOrd="0" presId="urn:microsoft.com/office/officeart/2018/2/layout/IconCircleList"/>
    <dgm:cxn modelId="{79FF9839-8362-49EC-BAA8-948D01EAAB3A}" type="presParOf" srcId="{05B910EE-378F-4EE3-8E53-BCC2716540CC}" destId="{D6D128D9-8102-4812-88A3-44E2455DBC55}" srcOrd="0" destOrd="0" presId="urn:microsoft.com/office/officeart/2018/2/layout/IconCircleList"/>
    <dgm:cxn modelId="{DD57CC0E-955B-48D0-B175-337876DF2C30}" type="presParOf" srcId="{D6D128D9-8102-4812-88A3-44E2455DBC55}" destId="{1AEBCD7D-46E4-4783-8628-73469CDD426C}" srcOrd="0" destOrd="0" presId="urn:microsoft.com/office/officeart/2018/2/layout/IconCircleList"/>
    <dgm:cxn modelId="{ACAE3A56-1A0F-42FC-9BE3-37CBDF90D1D9}" type="presParOf" srcId="{D6D128D9-8102-4812-88A3-44E2455DBC55}" destId="{350C99D4-F4D2-46C4-BAB2-423320A6F269}" srcOrd="1" destOrd="0" presId="urn:microsoft.com/office/officeart/2018/2/layout/IconCircleList"/>
    <dgm:cxn modelId="{3DD3F727-E02A-4439-8EAD-7F67843014AA}" type="presParOf" srcId="{D6D128D9-8102-4812-88A3-44E2455DBC55}" destId="{0FD9D034-60AC-4AD2-9DB2-852FEEA64B4E}" srcOrd="2" destOrd="0" presId="urn:microsoft.com/office/officeart/2018/2/layout/IconCircleList"/>
    <dgm:cxn modelId="{46FA8FFF-90D6-4046-91CA-59844447E81C}" type="presParOf" srcId="{D6D128D9-8102-4812-88A3-44E2455DBC55}" destId="{E8E73E37-447C-4C08-9017-D0B7132405F6}" srcOrd="3" destOrd="0" presId="urn:microsoft.com/office/officeart/2018/2/layout/IconCircleList"/>
    <dgm:cxn modelId="{3A00B8D4-1F65-4DB7-9DBE-15A15D7DCED6}" type="presParOf" srcId="{05B910EE-378F-4EE3-8E53-BCC2716540CC}" destId="{9ABC240A-C5DE-4829-B265-5D1161E2C5E2}" srcOrd="1" destOrd="0" presId="urn:microsoft.com/office/officeart/2018/2/layout/IconCircleList"/>
    <dgm:cxn modelId="{25187CC8-F9AD-4457-9A41-C020FB9066FC}" type="presParOf" srcId="{05B910EE-378F-4EE3-8E53-BCC2716540CC}" destId="{FA454820-4FA5-472A-83E1-0192B78C10E0}" srcOrd="2" destOrd="0" presId="urn:microsoft.com/office/officeart/2018/2/layout/IconCircleList"/>
    <dgm:cxn modelId="{72F9171B-5BA1-41D7-A3CD-F8B35B5BAEFF}" type="presParOf" srcId="{FA454820-4FA5-472A-83E1-0192B78C10E0}" destId="{1A15FA1A-3BDC-4BB8-9257-670483B772CB}" srcOrd="0" destOrd="0" presId="urn:microsoft.com/office/officeart/2018/2/layout/IconCircleList"/>
    <dgm:cxn modelId="{ACEA8C0D-3A86-4AEF-BC9C-8165A4C7E061}" type="presParOf" srcId="{FA454820-4FA5-472A-83E1-0192B78C10E0}" destId="{73A1AB9B-9918-43A9-9231-60266BC11D31}" srcOrd="1" destOrd="0" presId="urn:microsoft.com/office/officeart/2018/2/layout/IconCircleList"/>
    <dgm:cxn modelId="{1AEB3B52-3221-4CB8-A261-647D0EDDA542}" type="presParOf" srcId="{FA454820-4FA5-472A-83E1-0192B78C10E0}" destId="{AC78ABAD-7CDC-4C1E-8489-88A380A43D2F}" srcOrd="2" destOrd="0" presId="urn:microsoft.com/office/officeart/2018/2/layout/IconCircleList"/>
    <dgm:cxn modelId="{64BA06E5-4638-428A-BAEA-3C431A17DF85}" type="presParOf" srcId="{FA454820-4FA5-472A-83E1-0192B78C10E0}" destId="{8FE3FCC0-9E50-48A5-858A-E0B6CB759EA6}" srcOrd="3" destOrd="0" presId="urn:microsoft.com/office/officeart/2018/2/layout/IconCircleList"/>
    <dgm:cxn modelId="{9C0D5D46-4600-4DBF-8CA2-EFC5278841FF}" type="presParOf" srcId="{05B910EE-378F-4EE3-8E53-BCC2716540CC}" destId="{9D93EF9F-70D2-4BF6-80E8-4BC507C07E4B}" srcOrd="3" destOrd="0" presId="urn:microsoft.com/office/officeart/2018/2/layout/IconCircleList"/>
    <dgm:cxn modelId="{BC68F457-583B-4458-9453-8CAC7C636E9B}" type="presParOf" srcId="{05B910EE-378F-4EE3-8E53-BCC2716540CC}" destId="{1C822739-EF1D-497F-B7B6-49F598B3DD2F}" srcOrd="4" destOrd="0" presId="urn:microsoft.com/office/officeart/2018/2/layout/IconCircleList"/>
    <dgm:cxn modelId="{65451816-8A5F-4FAC-BEE2-1138AFD66AB1}" type="presParOf" srcId="{1C822739-EF1D-497F-B7B6-49F598B3DD2F}" destId="{DC2F5602-313D-4E06-ABCB-8CA04774C2FD}" srcOrd="0" destOrd="0" presId="urn:microsoft.com/office/officeart/2018/2/layout/IconCircleList"/>
    <dgm:cxn modelId="{4F3BA06A-0A86-42AC-A41D-295EF4B6D4A8}" type="presParOf" srcId="{1C822739-EF1D-497F-B7B6-49F598B3DD2F}" destId="{314F2969-0106-4E08-9529-53DD8BC778AB}" srcOrd="1" destOrd="0" presId="urn:microsoft.com/office/officeart/2018/2/layout/IconCircleList"/>
    <dgm:cxn modelId="{C5232CE1-2553-4F21-AD0A-24EB4087B42D}" type="presParOf" srcId="{1C822739-EF1D-497F-B7B6-49F598B3DD2F}" destId="{9FAA64BD-1A8F-4CBB-8B01-4B0A8252A789}" srcOrd="2" destOrd="0" presId="urn:microsoft.com/office/officeart/2018/2/layout/IconCircleList"/>
    <dgm:cxn modelId="{58DE2ADC-C256-4A48-908D-1E555DC471D3}" type="presParOf" srcId="{1C822739-EF1D-497F-B7B6-49F598B3DD2F}" destId="{8C775FFA-B639-4D36-8F57-BE9E35CAD745}" srcOrd="3" destOrd="0" presId="urn:microsoft.com/office/officeart/2018/2/layout/IconCircleList"/>
    <dgm:cxn modelId="{C3FC09BA-0A24-4299-A0A9-3EE0F1DC55D5}" type="presParOf" srcId="{05B910EE-378F-4EE3-8E53-BCC2716540CC}" destId="{5905E61D-56D3-4B6F-AE9C-9D8F07BA361F}" srcOrd="5" destOrd="0" presId="urn:microsoft.com/office/officeart/2018/2/layout/IconCircleList"/>
    <dgm:cxn modelId="{271D4B4E-FE45-433D-AA2E-98D9DCF66DB8}" type="presParOf" srcId="{05B910EE-378F-4EE3-8E53-BCC2716540CC}" destId="{B67B1680-1C50-46BD-A52D-812805E4E115}" srcOrd="6" destOrd="0" presId="urn:microsoft.com/office/officeart/2018/2/layout/IconCircleList"/>
    <dgm:cxn modelId="{03BFDCC3-D347-449A-8BF0-7A20EF691956}" type="presParOf" srcId="{B67B1680-1C50-46BD-A52D-812805E4E115}" destId="{6031A55B-00E8-426F-9509-019106C9B335}" srcOrd="0" destOrd="0" presId="urn:microsoft.com/office/officeart/2018/2/layout/IconCircleList"/>
    <dgm:cxn modelId="{39BA7EDE-2ED8-4E3E-A398-EE19A81FE240}" type="presParOf" srcId="{B67B1680-1C50-46BD-A52D-812805E4E115}" destId="{2071D0E6-F50D-437A-A828-3C8A19783F92}" srcOrd="1" destOrd="0" presId="urn:microsoft.com/office/officeart/2018/2/layout/IconCircleList"/>
    <dgm:cxn modelId="{EFDF2840-84A7-42F6-AA32-E7AE1812BA5D}" type="presParOf" srcId="{B67B1680-1C50-46BD-A52D-812805E4E115}" destId="{2A04920D-9311-4D32-840F-AE46805C4AFF}" srcOrd="2" destOrd="0" presId="urn:microsoft.com/office/officeart/2018/2/layout/IconCircleList"/>
    <dgm:cxn modelId="{9712EC83-C03D-4A4C-AE9D-451C7034CBD5}" type="presParOf" srcId="{B67B1680-1C50-46BD-A52D-812805E4E115}" destId="{40022194-0C5E-4074-9ED0-1110A5A18F89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A73259E-D3E8-4CC4-B311-303394103166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AA96CBF3-28CC-41B1-839B-9697ACD2679F}">
      <dgm:prSet/>
      <dgm:spPr/>
      <dgm:t>
        <a:bodyPr/>
        <a:lstStyle/>
        <a:p>
          <a:pPr>
            <a:defRPr cap="all"/>
          </a:pPr>
          <a:r>
            <a:rPr lang="en-US"/>
            <a:t>• App usage tracking</a:t>
          </a:r>
        </a:p>
      </dgm:t>
    </dgm:pt>
    <dgm:pt modelId="{C1C7C619-E1F4-4540-9700-8F46E4B75FB4}" type="parTrans" cxnId="{3DEC18D6-4CC4-4335-B739-F5DFCEDDC1FC}">
      <dgm:prSet/>
      <dgm:spPr/>
      <dgm:t>
        <a:bodyPr/>
        <a:lstStyle/>
        <a:p>
          <a:endParaRPr lang="en-US"/>
        </a:p>
      </dgm:t>
    </dgm:pt>
    <dgm:pt modelId="{D2278FF4-9E31-4D61-902A-B100862C3106}" type="sibTrans" cxnId="{3DEC18D6-4CC4-4335-B739-F5DFCEDDC1FC}">
      <dgm:prSet/>
      <dgm:spPr/>
      <dgm:t>
        <a:bodyPr/>
        <a:lstStyle/>
        <a:p>
          <a:endParaRPr lang="en-US"/>
        </a:p>
      </dgm:t>
    </dgm:pt>
    <dgm:pt modelId="{53081B6F-4DE4-43D9-A64E-FB9D1F708942}">
      <dgm:prSet/>
      <dgm:spPr/>
      <dgm:t>
        <a:bodyPr/>
        <a:lstStyle/>
        <a:p>
          <a:pPr>
            <a:defRPr cap="all"/>
          </a:pPr>
          <a:r>
            <a:rPr lang="en-US"/>
            <a:t>• Sensor data collection</a:t>
          </a:r>
        </a:p>
      </dgm:t>
    </dgm:pt>
    <dgm:pt modelId="{C4FE5D4B-8267-4417-AB96-53A66873E78D}" type="parTrans" cxnId="{9F699E48-4DB4-4661-9DEA-36196F643694}">
      <dgm:prSet/>
      <dgm:spPr/>
      <dgm:t>
        <a:bodyPr/>
        <a:lstStyle/>
        <a:p>
          <a:endParaRPr lang="en-US"/>
        </a:p>
      </dgm:t>
    </dgm:pt>
    <dgm:pt modelId="{741FA17D-9510-49B8-9C82-DBEE5A7B0443}" type="sibTrans" cxnId="{9F699E48-4DB4-4661-9DEA-36196F643694}">
      <dgm:prSet/>
      <dgm:spPr/>
      <dgm:t>
        <a:bodyPr/>
        <a:lstStyle/>
        <a:p>
          <a:endParaRPr lang="en-US"/>
        </a:p>
      </dgm:t>
    </dgm:pt>
    <dgm:pt modelId="{D6B3757C-0DFE-4237-BE6C-3A4801DB6B07}">
      <dgm:prSet/>
      <dgm:spPr/>
      <dgm:t>
        <a:bodyPr/>
        <a:lstStyle/>
        <a:p>
          <a:pPr>
            <a:defRPr cap="all"/>
          </a:pPr>
          <a:r>
            <a:rPr lang="en-US"/>
            <a:t>• Behavior classification</a:t>
          </a:r>
        </a:p>
      </dgm:t>
    </dgm:pt>
    <dgm:pt modelId="{91D4C9D1-DCEB-432B-9639-F88794CDC4E0}" type="parTrans" cxnId="{3D390DBF-74FC-49B6-B504-086375D958C3}">
      <dgm:prSet/>
      <dgm:spPr/>
      <dgm:t>
        <a:bodyPr/>
        <a:lstStyle/>
        <a:p>
          <a:endParaRPr lang="en-US"/>
        </a:p>
      </dgm:t>
    </dgm:pt>
    <dgm:pt modelId="{E8A55A8E-D244-4416-92B0-C0DE5A20FB23}" type="sibTrans" cxnId="{3D390DBF-74FC-49B6-B504-086375D958C3}">
      <dgm:prSet/>
      <dgm:spPr/>
      <dgm:t>
        <a:bodyPr/>
        <a:lstStyle/>
        <a:p>
          <a:endParaRPr lang="en-US"/>
        </a:p>
      </dgm:t>
    </dgm:pt>
    <dgm:pt modelId="{3624BB16-9F2F-43F3-9A79-AB9C7DBC3A88}">
      <dgm:prSet/>
      <dgm:spPr/>
      <dgm:t>
        <a:bodyPr/>
        <a:lstStyle/>
        <a:p>
          <a:pPr>
            <a:defRPr cap="all"/>
          </a:pPr>
          <a:r>
            <a:rPr lang="en-US"/>
            <a:t>• Dashboard &amp; reports</a:t>
          </a:r>
        </a:p>
      </dgm:t>
    </dgm:pt>
    <dgm:pt modelId="{FA00B1D0-B3F0-4526-A200-A8EA9B078459}" type="parTrans" cxnId="{6CEFF1C6-AD9A-46AB-985A-04F155BA49D8}">
      <dgm:prSet/>
      <dgm:spPr/>
      <dgm:t>
        <a:bodyPr/>
        <a:lstStyle/>
        <a:p>
          <a:endParaRPr lang="en-US"/>
        </a:p>
      </dgm:t>
    </dgm:pt>
    <dgm:pt modelId="{B1D81490-469B-401D-9ACF-A0327D4915F9}" type="sibTrans" cxnId="{6CEFF1C6-AD9A-46AB-985A-04F155BA49D8}">
      <dgm:prSet/>
      <dgm:spPr/>
      <dgm:t>
        <a:bodyPr/>
        <a:lstStyle/>
        <a:p>
          <a:endParaRPr lang="en-US"/>
        </a:p>
      </dgm:t>
    </dgm:pt>
    <dgm:pt modelId="{D9103D52-D232-4F1B-A95D-DAF3C4D7D915}" type="pres">
      <dgm:prSet presAssocID="{0A73259E-D3E8-4CC4-B311-303394103166}" presName="root" presStyleCnt="0">
        <dgm:presLayoutVars>
          <dgm:dir/>
          <dgm:resizeHandles val="exact"/>
        </dgm:presLayoutVars>
      </dgm:prSet>
      <dgm:spPr/>
    </dgm:pt>
    <dgm:pt modelId="{59940FDC-DD31-4889-AE59-FA83CDCB3DBE}" type="pres">
      <dgm:prSet presAssocID="{AA96CBF3-28CC-41B1-839B-9697ACD2679F}" presName="compNode" presStyleCnt="0"/>
      <dgm:spPr/>
    </dgm:pt>
    <dgm:pt modelId="{946ACDBE-21A7-4BA5-BD7D-8BBA656594C1}" type="pres">
      <dgm:prSet presAssocID="{AA96CBF3-28CC-41B1-839B-9697ACD2679F}" presName="iconBgRect" presStyleLbl="bgShp" presStyleIdx="0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F39177B9-7380-40D7-96FB-FA07804D2D81}" type="pres">
      <dgm:prSet presAssocID="{AA96CBF3-28CC-41B1-839B-9697ACD2679F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rection"/>
        </a:ext>
      </dgm:extLst>
    </dgm:pt>
    <dgm:pt modelId="{B9813D68-FA59-42B8-9561-1F1088926EA5}" type="pres">
      <dgm:prSet presAssocID="{AA96CBF3-28CC-41B1-839B-9697ACD2679F}" presName="spaceRect" presStyleCnt="0"/>
      <dgm:spPr/>
    </dgm:pt>
    <dgm:pt modelId="{8AFB96F2-0DBC-4891-A6A7-3A5787E02B0A}" type="pres">
      <dgm:prSet presAssocID="{AA96CBF3-28CC-41B1-839B-9697ACD2679F}" presName="textRect" presStyleLbl="revTx" presStyleIdx="0" presStyleCnt="4">
        <dgm:presLayoutVars>
          <dgm:chMax val="1"/>
          <dgm:chPref val="1"/>
        </dgm:presLayoutVars>
      </dgm:prSet>
      <dgm:spPr/>
    </dgm:pt>
    <dgm:pt modelId="{933AE924-2B98-47A1-A20B-A955912B2BFA}" type="pres">
      <dgm:prSet presAssocID="{D2278FF4-9E31-4D61-902A-B100862C3106}" presName="sibTrans" presStyleCnt="0"/>
      <dgm:spPr/>
    </dgm:pt>
    <dgm:pt modelId="{4C3CBA64-8818-410F-9107-9F6E92517F33}" type="pres">
      <dgm:prSet presAssocID="{53081B6F-4DE4-43D9-A64E-FB9D1F708942}" presName="compNode" presStyleCnt="0"/>
      <dgm:spPr/>
    </dgm:pt>
    <dgm:pt modelId="{CB84BB58-A529-40C0-9305-7180236CBD67}" type="pres">
      <dgm:prSet presAssocID="{53081B6F-4DE4-43D9-A64E-FB9D1F708942}" presName="iconBgRect" presStyleLbl="bgShp" presStyleIdx="1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50B25D40-23A0-4759-B877-9030D1CC48D4}" type="pres">
      <dgm:prSet presAssocID="{53081B6F-4DE4-43D9-A64E-FB9D1F708942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-Fi"/>
        </a:ext>
      </dgm:extLst>
    </dgm:pt>
    <dgm:pt modelId="{ABE480AB-A7D8-4889-A4A5-34F000E7E60E}" type="pres">
      <dgm:prSet presAssocID="{53081B6F-4DE4-43D9-A64E-FB9D1F708942}" presName="spaceRect" presStyleCnt="0"/>
      <dgm:spPr/>
    </dgm:pt>
    <dgm:pt modelId="{B93F193C-0636-47E5-B3D6-9C43FA753CB7}" type="pres">
      <dgm:prSet presAssocID="{53081B6F-4DE4-43D9-A64E-FB9D1F708942}" presName="textRect" presStyleLbl="revTx" presStyleIdx="1" presStyleCnt="4">
        <dgm:presLayoutVars>
          <dgm:chMax val="1"/>
          <dgm:chPref val="1"/>
        </dgm:presLayoutVars>
      </dgm:prSet>
      <dgm:spPr/>
    </dgm:pt>
    <dgm:pt modelId="{89BB37FF-817B-4B08-8A1E-2CB0D256C84E}" type="pres">
      <dgm:prSet presAssocID="{741FA17D-9510-49B8-9C82-DBEE5A7B0443}" presName="sibTrans" presStyleCnt="0"/>
      <dgm:spPr/>
    </dgm:pt>
    <dgm:pt modelId="{188BB8AE-D21E-4EF7-BA71-747146D89C70}" type="pres">
      <dgm:prSet presAssocID="{D6B3757C-0DFE-4237-BE6C-3A4801DB6B07}" presName="compNode" presStyleCnt="0"/>
      <dgm:spPr/>
    </dgm:pt>
    <dgm:pt modelId="{9C67C335-2087-42EE-A587-732C6DEAD227}" type="pres">
      <dgm:prSet presAssocID="{D6B3757C-0DFE-4237-BE6C-3A4801DB6B07}" presName="iconBgRect" presStyleLbl="bgShp" presStyleIdx="2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7C9FA7F9-33AE-440F-A71E-D8FE5C0E71FD}" type="pres">
      <dgm:prSet presAssocID="{D6B3757C-0DFE-4237-BE6C-3A4801DB6B07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3B358A54-D0AA-406B-81B9-D6405576C977}" type="pres">
      <dgm:prSet presAssocID="{D6B3757C-0DFE-4237-BE6C-3A4801DB6B07}" presName="spaceRect" presStyleCnt="0"/>
      <dgm:spPr/>
    </dgm:pt>
    <dgm:pt modelId="{5CE59DF7-6E5F-4DAD-ACD1-D37D3B0D60E8}" type="pres">
      <dgm:prSet presAssocID="{D6B3757C-0DFE-4237-BE6C-3A4801DB6B07}" presName="textRect" presStyleLbl="revTx" presStyleIdx="2" presStyleCnt="4">
        <dgm:presLayoutVars>
          <dgm:chMax val="1"/>
          <dgm:chPref val="1"/>
        </dgm:presLayoutVars>
      </dgm:prSet>
      <dgm:spPr/>
    </dgm:pt>
    <dgm:pt modelId="{2D8EE864-1898-4577-BA6D-96D2D6B4A4B4}" type="pres">
      <dgm:prSet presAssocID="{E8A55A8E-D244-4416-92B0-C0DE5A20FB23}" presName="sibTrans" presStyleCnt="0"/>
      <dgm:spPr/>
    </dgm:pt>
    <dgm:pt modelId="{16A7B090-35B3-487B-B093-1927CDE71FB1}" type="pres">
      <dgm:prSet presAssocID="{3624BB16-9F2F-43F3-9A79-AB9C7DBC3A88}" presName="compNode" presStyleCnt="0"/>
      <dgm:spPr/>
    </dgm:pt>
    <dgm:pt modelId="{2081408C-690B-4A00-A218-9C60D3DBC59E}" type="pres">
      <dgm:prSet presAssocID="{3624BB16-9F2F-43F3-9A79-AB9C7DBC3A88}" presName="iconBgRect" presStyleLbl="bgShp" presStyleIdx="3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22487D62-1CB2-4BB9-898C-0D89283C8CC1}" type="pres">
      <dgm:prSet presAssocID="{3624BB16-9F2F-43F3-9A79-AB9C7DBC3A88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9A0F7BFD-F7CF-4EC2-899B-7647A6C7DD5B}" type="pres">
      <dgm:prSet presAssocID="{3624BB16-9F2F-43F3-9A79-AB9C7DBC3A88}" presName="spaceRect" presStyleCnt="0"/>
      <dgm:spPr/>
    </dgm:pt>
    <dgm:pt modelId="{84B1DCAE-7D63-4C38-A22F-F27E97A84B0E}" type="pres">
      <dgm:prSet presAssocID="{3624BB16-9F2F-43F3-9A79-AB9C7DBC3A88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35D2D706-B607-4B14-8F1A-CFB2AC5FE731}" type="presOf" srcId="{AA96CBF3-28CC-41B1-839B-9697ACD2679F}" destId="{8AFB96F2-0DBC-4891-A6A7-3A5787E02B0A}" srcOrd="0" destOrd="0" presId="urn:microsoft.com/office/officeart/2018/5/layout/IconLeafLabelList"/>
    <dgm:cxn modelId="{AB367325-FF55-4EBC-86C2-C33AB61CEB43}" type="presOf" srcId="{3624BB16-9F2F-43F3-9A79-AB9C7DBC3A88}" destId="{84B1DCAE-7D63-4C38-A22F-F27E97A84B0E}" srcOrd="0" destOrd="0" presId="urn:microsoft.com/office/officeart/2018/5/layout/IconLeafLabelList"/>
    <dgm:cxn modelId="{9F699E48-4DB4-4661-9DEA-36196F643694}" srcId="{0A73259E-D3E8-4CC4-B311-303394103166}" destId="{53081B6F-4DE4-43D9-A64E-FB9D1F708942}" srcOrd="1" destOrd="0" parTransId="{C4FE5D4B-8267-4417-AB96-53A66873E78D}" sibTransId="{741FA17D-9510-49B8-9C82-DBEE5A7B0443}"/>
    <dgm:cxn modelId="{C33132AF-5F38-4CC9-97DB-4899560CCD3E}" type="presOf" srcId="{D6B3757C-0DFE-4237-BE6C-3A4801DB6B07}" destId="{5CE59DF7-6E5F-4DAD-ACD1-D37D3B0D60E8}" srcOrd="0" destOrd="0" presId="urn:microsoft.com/office/officeart/2018/5/layout/IconLeafLabelList"/>
    <dgm:cxn modelId="{3D390DBF-74FC-49B6-B504-086375D958C3}" srcId="{0A73259E-D3E8-4CC4-B311-303394103166}" destId="{D6B3757C-0DFE-4237-BE6C-3A4801DB6B07}" srcOrd="2" destOrd="0" parTransId="{91D4C9D1-DCEB-432B-9639-F88794CDC4E0}" sibTransId="{E8A55A8E-D244-4416-92B0-C0DE5A20FB23}"/>
    <dgm:cxn modelId="{6CEFF1C6-AD9A-46AB-985A-04F155BA49D8}" srcId="{0A73259E-D3E8-4CC4-B311-303394103166}" destId="{3624BB16-9F2F-43F3-9A79-AB9C7DBC3A88}" srcOrd="3" destOrd="0" parTransId="{FA00B1D0-B3F0-4526-A200-A8EA9B078459}" sibTransId="{B1D81490-469B-401D-9ACF-A0327D4915F9}"/>
    <dgm:cxn modelId="{3DEC18D6-4CC4-4335-B739-F5DFCEDDC1FC}" srcId="{0A73259E-D3E8-4CC4-B311-303394103166}" destId="{AA96CBF3-28CC-41B1-839B-9697ACD2679F}" srcOrd="0" destOrd="0" parTransId="{C1C7C619-E1F4-4540-9700-8F46E4B75FB4}" sibTransId="{D2278FF4-9E31-4D61-902A-B100862C3106}"/>
    <dgm:cxn modelId="{FC6E63E0-D1F0-4AAD-A1DF-0598E56E62EE}" type="presOf" srcId="{0A73259E-D3E8-4CC4-B311-303394103166}" destId="{D9103D52-D232-4F1B-A95D-DAF3C4D7D915}" srcOrd="0" destOrd="0" presId="urn:microsoft.com/office/officeart/2018/5/layout/IconLeafLabelList"/>
    <dgm:cxn modelId="{CB12E5FC-2288-4CC5-9DF7-8221637B8A0A}" type="presOf" srcId="{53081B6F-4DE4-43D9-A64E-FB9D1F708942}" destId="{B93F193C-0636-47E5-B3D6-9C43FA753CB7}" srcOrd="0" destOrd="0" presId="urn:microsoft.com/office/officeart/2018/5/layout/IconLeafLabelList"/>
    <dgm:cxn modelId="{CF07694D-F854-45BC-A383-228124C08FBE}" type="presParOf" srcId="{D9103D52-D232-4F1B-A95D-DAF3C4D7D915}" destId="{59940FDC-DD31-4889-AE59-FA83CDCB3DBE}" srcOrd="0" destOrd="0" presId="urn:microsoft.com/office/officeart/2018/5/layout/IconLeafLabelList"/>
    <dgm:cxn modelId="{E683C9D2-EA82-44AC-898E-7D2A44303BBF}" type="presParOf" srcId="{59940FDC-DD31-4889-AE59-FA83CDCB3DBE}" destId="{946ACDBE-21A7-4BA5-BD7D-8BBA656594C1}" srcOrd="0" destOrd="0" presId="urn:microsoft.com/office/officeart/2018/5/layout/IconLeafLabelList"/>
    <dgm:cxn modelId="{C72BF611-5CB2-4404-B85B-A836F68F1DE7}" type="presParOf" srcId="{59940FDC-DD31-4889-AE59-FA83CDCB3DBE}" destId="{F39177B9-7380-40D7-96FB-FA07804D2D81}" srcOrd="1" destOrd="0" presId="urn:microsoft.com/office/officeart/2018/5/layout/IconLeafLabelList"/>
    <dgm:cxn modelId="{AAA7EEC8-1F83-4EC0-869D-2A7D031E33F8}" type="presParOf" srcId="{59940FDC-DD31-4889-AE59-FA83CDCB3DBE}" destId="{B9813D68-FA59-42B8-9561-1F1088926EA5}" srcOrd="2" destOrd="0" presId="urn:microsoft.com/office/officeart/2018/5/layout/IconLeafLabelList"/>
    <dgm:cxn modelId="{ED2C8F74-A118-43C5-826D-5D364A5500B8}" type="presParOf" srcId="{59940FDC-DD31-4889-AE59-FA83CDCB3DBE}" destId="{8AFB96F2-0DBC-4891-A6A7-3A5787E02B0A}" srcOrd="3" destOrd="0" presId="urn:microsoft.com/office/officeart/2018/5/layout/IconLeafLabelList"/>
    <dgm:cxn modelId="{1BC9280D-4252-406D-AA9B-3AB59F361C03}" type="presParOf" srcId="{D9103D52-D232-4F1B-A95D-DAF3C4D7D915}" destId="{933AE924-2B98-47A1-A20B-A955912B2BFA}" srcOrd="1" destOrd="0" presId="urn:microsoft.com/office/officeart/2018/5/layout/IconLeafLabelList"/>
    <dgm:cxn modelId="{3381FE78-91F3-4560-BB5B-2A449787E5DA}" type="presParOf" srcId="{D9103D52-D232-4F1B-A95D-DAF3C4D7D915}" destId="{4C3CBA64-8818-410F-9107-9F6E92517F33}" srcOrd="2" destOrd="0" presId="urn:microsoft.com/office/officeart/2018/5/layout/IconLeafLabelList"/>
    <dgm:cxn modelId="{21D717BF-5183-4153-B915-4BFF5581CF21}" type="presParOf" srcId="{4C3CBA64-8818-410F-9107-9F6E92517F33}" destId="{CB84BB58-A529-40C0-9305-7180236CBD67}" srcOrd="0" destOrd="0" presId="urn:microsoft.com/office/officeart/2018/5/layout/IconLeafLabelList"/>
    <dgm:cxn modelId="{2F59C2D4-0049-410F-8DDA-C0993C78787C}" type="presParOf" srcId="{4C3CBA64-8818-410F-9107-9F6E92517F33}" destId="{50B25D40-23A0-4759-B877-9030D1CC48D4}" srcOrd="1" destOrd="0" presId="urn:microsoft.com/office/officeart/2018/5/layout/IconLeafLabelList"/>
    <dgm:cxn modelId="{31DE153B-6402-4895-B4B8-721D8D39E4BD}" type="presParOf" srcId="{4C3CBA64-8818-410F-9107-9F6E92517F33}" destId="{ABE480AB-A7D8-4889-A4A5-34F000E7E60E}" srcOrd="2" destOrd="0" presId="urn:microsoft.com/office/officeart/2018/5/layout/IconLeafLabelList"/>
    <dgm:cxn modelId="{155401A5-DF59-4B10-B7AF-F14609C3D705}" type="presParOf" srcId="{4C3CBA64-8818-410F-9107-9F6E92517F33}" destId="{B93F193C-0636-47E5-B3D6-9C43FA753CB7}" srcOrd="3" destOrd="0" presId="urn:microsoft.com/office/officeart/2018/5/layout/IconLeafLabelList"/>
    <dgm:cxn modelId="{68774DAB-0BDC-4B07-8296-F57756ABE803}" type="presParOf" srcId="{D9103D52-D232-4F1B-A95D-DAF3C4D7D915}" destId="{89BB37FF-817B-4B08-8A1E-2CB0D256C84E}" srcOrd="3" destOrd="0" presId="urn:microsoft.com/office/officeart/2018/5/layout/IconLeafLabelList"/>
    <dgm:cxn modelId="{C9725B1A-0535-4677-80FD-A6F925F4F645}" type="presParOf" srcId="{D9103D52-D232-4F1B-A95D-DAF3C4D7D915}" destId="{188BB8AE-D21E-4EF7-BA71-747146D89C70}" srcOrd="4" destOrd="0" presId="urn:microsoft.com/office/officeart/2018/5/layout/IconLeafLabelList"/>
    <dgm:cxn modelId="{5852F16D-4308-44C8-AA6B-CA9E77FF3DA3}" type="presParOf" srcId="{188BB8AE-D21E-4EF7-BA71-747146D89C70}" destId="{9C67C335-2087-42EE-A587-732C6DEAD227}" srcOrd="0" destOrd="0" presId="urn:microsoft.com/office/officeart/2018/5/layout/IconLeafLabelList"/>
    <dgm:cxn modelId="{5FF34434-F008-4F0E-87F6-DA524C8C935E}" type="presParOf" srcId="{188BB8AE-D21E-4EF7-BA71-747146D89C70}" destId="{7C9FA7F9-33AE-440F-A71E-D8FE5C0E71FD}" srcOrd="1" destOrd="0" presId="urn:microsoft.com/office/officeart/2018/5/layout/IconLeafLabelList"/>
    <dgm:cxn modelId="{16724364-7B24-499F-8968-F33AC29AEB1F}" type="presParOf" srcId="{188BB8AE-D21E-4EF7-BA71-747146D89C70}" destId="{3B358A54-D0AA-406B-81B9-D6405576C977}" srcOrd="2" destOrd="0" presId="urn:microsoft.com/office/officeart/2018/5/layout/IconLeafLabelList"/>
    <dgm:cxn modelId="{F91A483B-A4EF-4587-9EF1-8F542BD6B12F}" type="presParOf" srcId="{188BB8AE-D21E-4EF7-BA71-747146D89C70}" destId="{5CE59DF7-6E5F-4DAD-ACD1-D37D3B0D60E8}" srcOrd="3" destOrd="0" presId="urn:microsoft.com/office/officeart/2018/5/layout/IconLeafLabelList"/>
    <dgm:cxn modelId="{033B7D93-43FB-4F78-BB65-8CAE87AB4DD9}" type="presParOf" srcId="{D9103D52-D232-4F1B-A95D-DAF3C4D7D915}" destId="{2D8EE864-1898-4577-BA6D-96D2D6B4A4B4}" srcOrd="5" destOrd="0" presId="urn:microsoft.com/office/officeart/2018/5/layout/IconLeafLabelList"/>
    <dgm:cxn modelId="{05F9717D-5165-4042-AAAC-E8283BD3F5A2}" type="presParOf" srcId="{D9103D52-D232-4F1B-A95D-DAF3C4D7D915}" destId="{16A7B090-35B3-487B-B093-1927CDE71FB1}" srcOrd="6" destOrd="0" presId="urn:microsoft.com/office/officeart/2018/5/layout/IconLeafLabelList"/>
    <dgm:cxn modelId="{F08F76AA-04D5-4753-ACEB-8A9D2E73291D}" type="presParOf" srcId="{16A7B090-35B3-487B-B093-1927CDE71FB1}" destId="{2081408C-690B-4A00-A218-9C60D3DBC59E}" srcOrd="0" destOrd="0" presId="urn:microsoft.com/office/officeart/2018/5/layout/IconLeafLabelList"/>
    <dgm:cxn modelId="{500E05A0-C034-4FD2-8353-92C10389524A}" type="presParOf" srcId="{16A7B090-35B3-487B-B093-1927CDE71FB1}" destId="{22487D62-1CB2-4BB9-898C-0D89283C8CC1}" srcOrd="1" destOrd="0" presId="urn:microsoft.com/office/officeart/2018/5/layout/IconLeafLabelList"/>
    <dgm:cxn modelId="{5B245C5C-C495-4167-80CA-80AB58BB03BC}" type="presParOf" srcId="{16A7B090-35B3-487B-B093-1927CDE71FB1}" destId="{9A0F7BFD-F7CF-4EC2-899B-7647A6C7DD5B}" srcOrd="2" destOrd="0" presId="urn:microsoft.com/office/officeart/2018/5/layout/IconLeafLabelList"/>
    <dgm:cxn modelId="{C2B401EF-A86E-455E-8B8A-11A3611E03CF}" type="presParOf" srcId="{16A7B090-35B3-487B-B093-1927CDE71FB1}" destId="{84B1DCAE-7D63-4C38-A22F-F27E97A84B0E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E553055B-0852-428B-BA9B-AC6D06FC7F4A}" type="doc">
      <dgm:prSet loTypeId="urn:microsoft.com/office/officeart/2005/8/layout/cycle1" loCatId="cycle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B4DE9F59-98A9-48F9-84FA-C04B94E70A84}">
      <dgm:prSet/>
      <dgm:spPr/>
      <dgm:t>
        <a:bodyPr/>
        <a:lstStyle/>
        <a:p>
          <a:r>
            <a:rPr lang="en-US"/>
            <a:t>• Python</a:t>
          </a:r>
        </a:p>
      </dgm:t>
    </dgm:pt>
    <dgm:pt modelId="{F728832B-C46B-443D-9E37-C7F7C761093A}" type="parTrans" cxnId="{D3397A67-9B14-469C-B945-4B6EFC7336E8}">
      <dgm:prSet/>
      <dgm:spPr/>
      <dgm:t>
        <a:bodyPr/>
        <a:lstStyle/>
        <a:p>
          <a:endParaRPr lang="en-US"/>
        </a:p>
      </dgm:t>
    </dgm:pt>
    <dgm:pt modelId="{4C15BD8F-17E6-4EDB-9788-52F22C714069}" type="sibTrans" cxnId="{D3397A67-9B14-469C-B945-4B6EFC7336E8}">
      <dgm:prSet/>
      <dgm:spPr/>
      <dgm:t>
        <a:bodyPr/>
        <a:lstStyle/>
        <a:p>
          <a:endParaRPr lang="en-US"/>
        </a:p>
      </dgm:t>
    </dgm:pt>
    <dgm:pt modelId="{3A192923-8960-4045-A09E-8436786DDFE0}">
      <dgm:prSet/>
      <dgm:spPr/>
      <dgm:t>
        <a:bodyPr/>
        <a:lstStyle/>
        <a:p>
          <a:r>
            <a:rPr lang="en-US"/>
            <a:t>• TensorFlow / Scikit-learn</a:t>
          </a:r>
        </a:p>
      </dgm:t>
    </dgm:pt>
    <dgm:pt modelId="{E7D79B0D-D6BD-4D54-83F1-A6B327658482}" type="parTrans" cxnId="{A1D08A21-E128-4750-9611-9CCA132500A2}">
      <dgm:prSet/>
      <dgm:spPr/>
      <dgm:t>
        <a:bodyPr/>
        <a:lstStyle/>
        <a:p>
          <a:endParaRPr lang="en-US"/>
        </a:p>
      </dgm:t>
    </dgm:pt>
    <dgm:pt modelId="{6E060026-85F7-4FC2-8BC5-A908699127C4}" type="sibTrans" cxnId="{A1D08A21-E128-4750-9611-9CCA132500A2}">
      <dgm:prSet/>
      <dgm:spPr/>
      <dgm:t>
        <a:bodyPr/>
        <a:lstStyle/>
        <a:p>
          <a:endParaRPr lang="en-US"/>
        </a:p>
      </dgm:t>
    </dgm:pt>
    <dgm:pt modelId="{9185B820-6BA0-47CF-8B61-236E2194A27F}">
      <dgm:prSet/>
      <dgm:spPr/>
      <dgm:t>
        <a:bodyPr/>
        <a:lstStyle/>
        <a:p>
          <a:r>
            <a:rPr lang="en-US"/>
            <a:t>• Google Fit API</a:t>
          </a:r>
        </a:p>
      </dgm:t>
    </dgm:pt>
    <dgm:pt modelId="{73B3C8C0-D310-47FA-B262-0B4B9F0EB0B5}" type="parTrans" cxnId="{79D764C9-ACCB-48BD-95DC-FAA738A0B147}">
      <dgm:prSet/>
      <dgm:spPr/>
      <dgm:t>
        <a:bodyPr/>
        <a:lstStyle/>
        <a:p>
          <a:endParaRPr lang="en-US"/>
        </a:p>
      </dgm:t>
    </dgm:pt>
    <dgm:pt modelId="{F934DCC3-04D0-438B-96DD-776BD57171E8}" type="sibTrans" cxnId="{79D764C9-ACCB-48BD-95DC-FAA738A0B147}">
      <dgm:prSet/>
      <dgm:spPr/>
      <dgm:t>
        <a:bodyPr/>
        <a:lstStyle/>
        <a:p>
          <a:endParaRPr lang="en-US"/>
        </a:p>
      </dgm:t>
    </dgm:pt>
    <dgm:pt modelId="{561F5CF2-39BE-4547-A6AC-C67673603C94}">
      <dgm:prSet/>
      <dgm:spPr/>
      <dgm:t>
        <a:bodyPr/>
        <a:lstStyle/>
        <a:p>
          <a:r>
            <a:rPr lang="en-US"/>
            <a:t>• Firebase</a:t>
          </a:r>
        </a:p>
      </dgm:t>
    </dgm:pt>
    <dgm:pt modelId="{017F73EC-5333-46FA-B0A0-3F6FF0D9F9C4}" type="parTrans" cxnId="{29B36CEA-4BE4-4E3B-B43E-1E2A5B18065A}">
      <dgm:prSet/>
      <dgm:spPr/>
      <dgm:t>
        <a:bodyPr/>
        <a:lstStyle/>
        <a:p>
          <a:endParaRPr lang="en-US"/>
        </a:p>
      </dgm:t>
    </dgm:pt>
    <dgm:pt modelId="{E76D9CB6-4F6C-422C-89D5-7076E61602E0}" type="sibTrans" cxnId="{29B36CEA-4BE4-4E3B-B43E-1E2A5B18065A}">
      <dgm:prSet/>
      <dgm:spPr/>
      <dgm:t>
        <a:bodyPr/>
        <a:lstStyle/>
        <a:p>
          <a:endParaRPr lang="en-US"/>
        </a:p>
      </dgm:t>
    </dgm:pt>
    <dgm:pt modelId="{466ABEFC-E9DE-4377-A5FD-18BB58A302E6}">
      <dgm:prSet/>
      <dgm:spPr/>
      <dgm:t>
        <a:bodyPr/>
        <a:lstStyle/>
        <a:p>
          <a:r>
            <a:rPr lang="en-US"/>
            <a:t>• Pandas &amp; NumPy</a:t>
          </a:r>
        </a:p>
      </dgm:t>
    </dgm:pt>
    <dgm:pt modelId="{EFB38354-F485-4F0C-B54A-C620E4E89D28}" type="parTrans" cxnId="{3B7E7B9F-E6C7-42BE-A711-42F9A5B3042F}">
      <dgm:prSet/>
      <dgm:spPr/>
      <dgm:t>
        <a:bodyPr/>
        <a:lstStyle/>
        <a:p>
          <a:endParaRPr lang="en-US"/>
        </a:p>
      </dgm:t>
    </dgm:pt>
    <dgm:pt modelId="{3B348D06-5942-4E24-9EC4-F3ED5BCF5A06}" type="sibTrans" cxnId="{3B7E7B9F-E6C7-42BE-A711-42F9A5B3042F}">
      <dgm:prSet/>
      <dgm:spPr/>
      <dgm:t>
        <a:bodyPr/>
        <a:lstStyle/>
        <a:p>
          <a:endParaRPr lang="en-US"/>
        </a:p>
      </dgm:t>
    </dgm:pt>
    <dgm:pt modelId="{9E44C80D-BEC5-4961-93F9-624B68D56EA8}" type="pres">
      <dgm:prSet presAssocID="{E553055B-0852-428B-BA9B-AC6D06FC7F4A}" presName="cycle" presStyleCnt="0">
        <dgm:presLayoutVars>
          <dgm:dir/>
          <dgm:resizeHandles val="exact"/>
        </dgm:presLayoutVars>
      </dgm:prSet>
      <dgm:spPr/>
    </dgm:pt>
    <dgm:pt modelId="{BD1D0DFC-5D4E-457A-8FFC-695C749BF4CA}" type="pres">
      <dgm:prSet presAssocID="{B4DE9F59-98A9-48F9-84FA-C04B94E70A84}" presName="dummy" presStyleCnt="0"/>
      <dgm:spPr/>
    </dgm:pt>
    <dgm:pt modelId="{1F6920BF-B7DD-4700-BDFE-32F4E16D3E69}" type="pres">
      <dgm:prSet presAssocID="{B4DE9F59-98A9-48F9-84FA-C04B94E70A84}" presName="node" presStyleLbl="revTx" presStyleIdx="0" presStyleCnt="5">
        <dgm:presLayoutVars>
          <dgm:bulletEnabled val="1"/>
        </dgm:presLayoutVars>
      </dgm:prSet>
      <dgm:spPr/>
    </dgm:pt>
    <dgm:pt modelId="{B0045C94-2D58-46C5-A9FC-D61F80875FBE}" type="pres">
      <dgm:prSet presAssocID="{4C15BD8F-17E6-4EDB-9788-52F22C714069}" presName="sibTrans" presStyleLbl="node1" presStyleIdx="0" presStyleCnt="5"/>
      <dgm:spPr/>
    </dgm:pt>
    <dgm:pt modelId="{89CDB6D7-7A37-4B2F-8143-5FA6DDE12419}" type="pres">
      <dgm:prSet presAssocID="{3A192923-8960-4045-A09E-8436786DDFE0}" presName="dummy" presStyleCnt="0"/>
      <dgm:spPr/>
    </dgm:pt>
    <dgm:pt modelId="{15EC653C-EDA9-4E49-B799-C7335BDDCF5C}" type="pres">
      <dgm:prSet presAssocID="{3A192923-8960-4045-A09E-8436786DDFE0}" presName="node" presStyleLbl="revTx" presStyleIdx="1" presStyleCnt="5">
        <dgm:presLayoutVars>
          <dgm:bulletEnabled val="1"/>
        </dgm:presLayoutVars>
      </dgm:prSet>
      <dgm:spPr/>
    </dgm:pt>
    <dgm:pt modelId="{744D9B62-21EB-4077-A41E-284FB34EBC30}" type="pres">
      <dgm:prSet presAssocID="{6E060026-85F7-4FC2-8BC5-A908699127C4}" presName="sibTrans" presStyleLbl="node1" presStyleIdx="1" presStyleCnt="5"/>
      <dgm:spPr/>
    </dgm:pt>
    <dgm:pt modelId="{E4566DEC-901B-496C-916D-D97DDAAEC2D0}" type="pres">
      <dgm:prSet presAssocID="{9185B820-6BA0-47CF-8B61-236E2194A27F}" presName="dummy" presStyleCnt="0"/>
      <dgm:spPr/>
    </dgm:pt>
    <dgm:pt modelId="{9CD16295-2B07-4FF0-8F8B-E290AC305A44}" type="pres">
      <dgm:prSet presAssocID="{9185B820-6BA0-47CF-8B61-236E2194A27F}" presName="node" presStyleLbl="revTx" presStyleIdx="2" presStyleCnt="5">
        <dgm:presLayoutVars>
          <dgm:bulletEnabled val="1"/>
        </dgm:presLayoutVars>
      </dgm:prSet>
      <dgm:spPr/>
    </dgm:pt>
    <dgm:pt modelId="{17EB8CB4-CA53-4090-9A50-D461666FC425}" type="pres">
      <dgm:prSet presAssocID="{F934DCC3-04D0-438B-96DD-776BD57171E8}" presName="sibTrans" presStyleLbl="node1" presStyleIdx="2" presStyleCnt="5"/>
      <dgm:spPr/>
    </dgm:pt>
    <dgm:pt modelId="{E8F86AB3-F0FA-4ED8-80EA-8B7407F3AE6A}" type="pres">
      <dgm:prSet presAssocID="{561F5CF2-39BE-4547-A6AC-C67673603C94}" presName="dummy" presStyleCnt="0"/>
      <dgm:spPr/>
    </dgm:pt>
    <dgm:pt modelId="{3AA3BEB5-C866-4246-AEA9-40EB1B65CCCE}" type="pres">
      <dgm:prSet presAssocID="{561F5CF2-39BE-4547-A6AC-C67673603C94}" presName="node" presStyleLbl="revTx" presStyleIdx="3" presStyleCnt="5">
        <dgm:presLayoutVars>
          <dgm:bulletEnabled val="1"/>
        </dgm:presLayoutVars>
      </dgm:prSet>
      <dgm:spPr/>
    </dgm:pt>
    <dgm:pt modelId="{FD06DAEC-6447-46B5-A2FD-9DE18BFBB952}" type="pres">
      <dgm:prSet presAssocID="{E76D9CB6-4F6C-422C-89D5-7076E61602E0}" presName="sibTrans" presStyleLbl="node1" presStyleIdx="3" presStyleCnt="5"/>
      <dgm:spPr/>
    </dgm:pt>
    <dgm:pt modelId="{CEB86AD2-948E-48EE-A1FD-77FC4114FC6A}" type="pres">
      <dgm:prSet presAssocID="{466ABEFC-E9DE-4377-A5FD-18BB58A302E6}" presName="dummy" presStyleCnt="0"/>
      <dgm:spPr/>
    </dgm:pt>
    <dgm:pt modelId="{21CAE93D-8555-42A2-887C-63AE652F5367}" type="pres">
      <dgm:prSet presAssocID="{466ABEFC-E9DE-4377-A5FD-18BB58A302E6}" presName="node" presStyleLbl="revTx" presStyleIdx="4" presStyleCnt="5">
        <dgm:presLayoutVars>
          <dgm:bulletEnabled val="1"/>
        </dgm:presLayoutVars>
      </dgm:prSet>
      <dgm:spPr/>
    </dgm:pt>
    <dgm:pt modelId="{E74DF615-118D-4C05-B97B-54AD3D98420D}" type="pres">
      <dgm:prSet presAssocID="{3B348D06-5942-4E24-9EC4-F3ED5BCF5A06}" presName="sibTrans" presStyleLbl="node1" presStyleIdx="4" presStyleCnt="5"/>
      <dgm:spPr/>
    </dgm:pt>
  </dgm:ptLst>
  <dgm:cxnLst>
    <dgm:cxn modelId="{A1D08A21-E128-4750-9611-9CCA132500A2}" srcId="{E553055B-0852-428B-BA9B-AC6D06FC7F4A}" destId="{3A192923-8960-4045-A09E-8436786DDFE0}" srcOrd="1" destOrd="0" parTransId="{E7D79B0D-D6BD-4D54-83F1-A6B327658482}" sibTransId="{6E060026-85F7-4FC2-8BC5-A908699127C4}"/>
    <dgm:cxn modelId="{21AB9035-B270-495C-8EF5-2FD7303740EB}" type="presOf" srcId="{6E060026-85F7-4FC2-8BC5-A908699127C4}" destId="{744D9B62-21EB-4077-A41E-284FB34EBC30}" srcOrd="0" destOrd="0" presId="urn:microsoft.com/office/officeart/2005/8/layout/cycle1"/>
    <dgm:cxn modelId="{D3397A67-9B14-469C-B945-4B6EFC7336E8}" srcId="{E553055B-0852-428B-BA9B-AC6D06FC7F4A}" destId="{B4DE9F59-98A9-48F9-84FA-C04B94E70A84}" srcOrd="0" destOrd="0" parTransId="{F728832B-C46B-443D-9E37-C7F7C761093A}" sibTransId="{4C15BD8F-17E6-4EDB-9788-52F22C714069}"/>
    <dgm:cxn modelId="{40A4A453-9D16-4ACA-ABD6-34FB6E634F26}" type="presOf" srcId="{466ABEFC-E9DE-4377-A5FD-18BB58A302E6}" destId="{21CAE93D-8555-42A2-887C-63AE652F5367}" srcOrd="0" destOrd="0" presId="urn:microsoft.com/office/officeart/2005/8/layout/cycle1"/>
    <dgm:cxn modelId="{7F93A654-1C3D-4FE5-BEAD-37678ACF521D}" type="presOf" srcId="{3B348D06-5942-4E24-9EC4-F3ED5BCF5A06}" destId="{E74DF615-118D-4C05-B97B-54AD3D98420D}" srcOrd="0" destOrd="0" presId="urn:microsoft.com/office/officeart/2005/8/layout/cycle1"/>
    <dgm:cxn modelId="{F6EE798D-D038-48D8-933B-35A0EE64171E}" type="presOf" srcId="{E553055B-0852-428B-BA9B-AC6D06FC7F4A}" destId="{9E44C80D-BEC5-4961-93F9-624B68D56EA8}" srcOrd="0" destOrd="0" presId="urn:microsoft.com/office/officeart/2005/8/layout/cycle1"/>
    <dgm:cxn modelId="{766A3A8F-09F3-468A-9568-1A5F89956772}" type="presOf" srcId="{4C15BD8F-17E6-4EDB-9788-52F22C714069}" destId="{B0045C94-2D58-46C5-A9FC-D61F80875FBE}" srcOrd="0" destOrd="0" presId="urn:microsoft.com/office/officeart/2005/8/layout/cycle1"/>
    <dgm:cxn modelId="{472A2794-7FF8-4BE3-9888-74B6A975FD2E}" type="presOf" srcId="{3A192923-8960-4045-A09E-8436786DDFE0}" destId="{15EC653C-EDA9-4E49-B799-C7335BDDCF5C}" srcOrd="0" destOrd="0" presId="urn:microsoft.com/office/officeart/2005/8/layout/cycle1"/>
    <dgm:cxn modelId="{D54CC395-DAAC-43E9-83B6-FC85907033C7}" type="presOf" srcId="{B4DE9F59-98A9-48F9-84FA-C04B94E70A84}" destId="{1F6920BF-B7DD-4700-BDFE-32F4E16D3E69}" srcOrd="0" destOrd="0" presId="urn:microsoft.com/office/officeart/2005/8/layout/cycle1"/>
    <dgm:cxn modelId="{3B7E7B9F-E6C7-42BE-A711-42F9A5B3042F}" srcId="{E553055B-0852-428B-BA9B-AC6D06FC7F4A}" destId="{466ABEFC-E9DE-4377-A5FD-18BB58A302E6}" srcOrd="4" destOrd="0" parTransId="{EFB38354-F485-4F0C-B54A-C620E4E89D28}" sibTransId="{3B348D06-5942-4E24-9EC4-F3ED5BCF5A06}"/>
    <dgm:cxn modelId="{A79C94B7-4B3E-4127-BDFA-1D2FC969AD1A}" type="presOf" srcId="{561F5CF2-39BE-4547-A6AC-C67673603C94}" destId="{3AA3BEB5-C866-4246-AEA9-40EB1B65CCCE}" srcOrd="0" destOrd="0" presId="urn:microsoft.com/office/officeart/2005/8/layout/cycle1"/>
    <dgm:cxn modelId="{9C36DABE-F98F-45C4-A9AB-C50DC79E9EE1}" type="presOf" srcId="{F934DCC3-04D0-438B-96DD-776BD57171E8}" destId="{17EB8CB4-CA53-4090-9A50-D461666FC425}" srcOrd="0" destOrd="0" presId="urn:microsoft.com/office/officeart/2005/8/layout/cycle1"/>
    <dgm:cxn modelId="{4687BBC1-625A-482E-9927-AE40241E70D3}" type="presOf" srcId="{E76D9CB6-4F6C-422C-89D5-7076E61602E0}" destId="{FD06DAEC-6447-46B5-A2FD-9DE18BFBB952}" srcOrd="0" destOrd="0" presId="urn:microsoft.com/office/officeart/2005/8/layout/cycle1"/>
    <dgm:cxn modelId="{79D764C9-ACCB-48BD-95DC-FAA738A0B147}" srcId="{E553055B-0852-428B-BA9B-AC6D06FC7F4A}" destId="{9185B820-6BA0-47CF-8B61-236E2194A27F}" srcOrd="2" destOrd="0" parTransId="{73B3C8C0-D310-47FA-B262-0B4B9F0EB0B5}" sibTransId="{F934DCC3-04D0-438B-96DD-776BD57171E8}"/>
    <dgm:cxn modelId="{9D31E0CA-4E51-4373-BF29-397AFA973D57}" type="presOf" srcId="{9185B820-6BA0-47CF-8B61-236E2194A27F}" destId="{9CD16295-2B07-4FF0-8F8B-E290AC305A44}" srcOrd="0" destOrd="0" presId="urn:microsoft.com/office/officeart/2005/8/layout/cycle1"/>
    <dgm:cxn modelId="{29B36CEA-4BE4-4E3B-B43E-1E2A5B18065A}" srcId="{E553055B-0852-428B-BA9B-AC6D06FC7F4A}" destId="{561F5CF2-39BE-4547-A6AC-C67673603C94}" srcOrd="3" destOrd="0" parTransId="{017F73EC-5333-46FA-B0A0-3F6FF0D9F9C4}" sibTransId="{E76D9CB6-4F6C-422C-89D5-7076E61602E0}"/>
    <dgm:cxn modelId="{E2370B19-1BC8-434B-B61E-9B5711F130A5}" type="presParOf" srcId="{9E44C80D-BEC5-4961-93F9-624B68D56EA8}" destId="{BD1D0DFC-5D4E-457A-8FFC-695C749BF4CA}" srcOrd="0" destOrd="0" presId="urn:microsoft.com/office/officeart/2005/8/layout/cycle1"/>
    <dgm:cxn modelId="{1778F73D-D2D6-48A7-800B-4F3A829D7AD5}" type="presParOf" srcId="{9E44C80D-BEC5-4961-93F9-624B68D56EA8}" destId="{1F6920BF-B7DD-4700-BDFE-32F4E16D3E69}" srcOrd="1" destOrd="0" presId="urn:microsoft.com/office/officeart/2005/8/layout/cycle1"/>
    <dgm:cxn modelId="{E4DBD003-C44F-4152-B6BD-9C8E789645BC}" type="presParOf" srcId="{9E44C80D-BEC5-4961-93F9-624B68D56EA8}" destId="{B0045C94-2D58-46C5-A9FC-D61F80875FBE}" srcOrd="2" destOrd="0" presId="urn:microsoft.com/office/officeart/2005/8/layout/cycle1"/>
    <dgm:cxn modelId="{9873E3B3-34E1-4184-AF8B-49CF411CD292}" type="presParOf" srcId="{9E44C80D-BEC5-4961-93F9-624B68D56EA8}" destId="{89CDB6D7-7A37-4B2F-8143-5FA6DDE12419}" srcOrd="3" destOrd="0" presId="urn:microsoft.com/office/officeart/2005/8/layout/cycle1"/>
    <dgm:cxn modelId="{F6F5A99B-E6B4-4320-A02F-FED1B0B68EC3}" type="presParOf" srcId="{9E44C80D-BEC5-4961-93F9-624B68D56EA8}" destId="{15EC653C-EDA9-4E49-B799-C7335BDDCF5C}" srcOrd="4" destOrd="0" presId="urn:microsoft.com/office/officeart/2005/8/layout/cycle1"/>
    <dgm:cxn modelId="{7F12F4C3-9567-4ACE-8C96-333F3708D799}" type="presParOf" srcId="{9E44C80D-BEC5-4961-93F9-624B68D56EA8}" destId="{744D9B62-21EB-4077-A41E-284FB34EBC30}" srcOrd="5" destOrd="0" presId="urn:microsoft.com/office/officeart/2005/8/layout/cycle1"/>
    <dgm:cxn modelId="{109E4582-25CB-45FE-A4EE-5A98B190C554}" type="presParOf" srcId="{9E44C80D-BEC5-4961-93F9-624B68D56EA8}" destId="{E4566DEC-901B-496C-916D-D97DDAAEC2D0}" srcOrd="6" destOrd="0" presId="urn:microsoft.com/office/officeart/2005/8/layout/cycle1"/>
    <dgm:cxn modelId="{9E6AB7AF-332B-4425-8705-A1D6FD3D177F}" type="presParOf" srcId="{9E44C80D-BEC5-4961-93F9-624B68D56EA8}" destId="{9CD16295-2B07-4FF0-8F8B-E290AC305A44}" srcOrd="7" destOrd="0" presId="urn:microsoft.com/office/officeart/2005/8/layout/cycle1"/>
    <dgm:cxn modelId="{5CFFBD23-70DE-4039-802C-B132C848DB58}" type="presParOf" srcId="{9E44C80D-BEC5-4961-93F9-624B68D56EA8}" destId="{17EB8CB4-CA53-4090-9A50-D461666FC425}" srcOrd="8" destOrd="0" presId="urn:microsoft.com/office/officeart/2005/8/layout/cycle1"/>
    <dgm:cxn modelId="{0C4BF63F-C0A8-4688-84D1-C8C8861CE356}" type="presParOf" srcId="{9E44C80D-BEC5-4961-93F9-624B68D56EA8}" destId="{E8F86AB3-F0FA-4ED8-80EA-8B7407F3AE6A}" srcOrd="9" destOrd="0" presId="urn:microsoft.com/office/officeart/2005/8/layout/cycle1"/>
    <dgm:cxn modelId="{48E439EA-16B8-47C8-8E44-5E16E22D6577}" type="presParOf" srcId="{9E44C80D-BEC5-4961-93F9-624B68D56EA8}" destId="{3AA3BEB5-C866-4246-AEA9-40EB1B65CCCE}" srcOrd="10" destOrd="0" presId="urn:microsoft.com/office/officeart/2005/8/layout/cycle1"/>
    <dgm:cxn modelId="{3D247263-B3E4-4CCD-B354-6EC8BC542776}" type="presParOf" srcId="{9E44C80D-BEC5-4961-93F9-624B68D56EA8}" destId="{FD06DAEC-6447-46B5-A2FD-9DE18BFBB952}" srcOrd="11" destOrd="0" presId="urn:microsoft.com/office/officeart/2005/8/layout/cycle1"/>
    <dgm:cxn modelId="{9BDEAEBE-FC43-4E31-A9F2-D330C647CF75}" type="presParOf" srcId="{9E44C80D-BEC5-4961-93F9-624B68D56EA8}" destId="{CEB86AD2-948E-48EE-A1FD-77FC4114FC6A}" srcOrd="12" destOrd="0" presId="urn:microsoft.com/office/officeart/2005/8/layout/cycle1"/>
    <dgm:cxn modelId="{6B2F32C1-A5CF-45FD-AFB2-324DF6C8FFCB}" type="presParOf" srcId="{9E44C80D-BEC5-4961-93F9-624B68D56EA8}" destId="{21CAE93D-8555-42A2-887C-63AE652F5367}" srcOrd="13" destOrd="0" presId="urn:microsoft.com/office/officeart/2005/8/layout/cycle1"/>
    <dgm:cxn modelId="{75CE8D78-7FAE-4774-8730-7F63AC5FDC08}" type="presParOf" srcId="{9E44C80D-BEC5-4961-93F9-624B68D56EA8}" destId="{E74DF615-118D-4C05-B97B-54AD3D98420D}" srcOrd="14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C6060062-D3D7-441D-8F0F-BDE9224A76E5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47264A93-C8C9-4BBE-BFAC-B9AD98239E48}">
      <dgm:prSet/>
      <dgm:spPr/>
      <dgm:t>
        <a:bodyPr/>
        <a:lstStyle/>
        <a:p>
          <a:r>
            <a:rPr lang="en-US"/>
            <a:t>• Detects behavior patterns</a:t>
          </a:r>
        </a:p>
      </dgm:t>
    </dgm:pt>
    <dgm:pt modelId="{FD4E40BF-8766-45B4-B6D7-EAECC49EC25F}" type="parTrans" cxnId="{D07B0CAF-D459-45DB-AB0C-03A635798966}">
      <dgm:prSet/>
      <dgm:spPr/>
      <dgm:t>
        <a:bodyPr/>
        <a:lstStyle/>
        <a:p>
          <a:endParaRPr lang="en-US"/>
        </a:p>
      </dgm:t>
    </dgm:pt>
    <dgm:pt modelId="{66BC4290-DF0F-4840-B274-CA1E627680FA}" type="sibTrans" cxnId="{D07B0CAF-D459-45DB-AB0C-03A635798966}">
      <dgm:prSet/>
      <dgm:spPr/>
      <dgm:t>
        <a:bodyPr/>
        <a:lstStyle/>
        <a:p>
          <a:endParaRPr lang="en-US"/>
        </a:p>
      </dgm:t>
    </dgm:pt>
    <dgm:pt modelId="{38272FDB-6ED3-4380-B6FA-44BF8011B3A1}">
      <dgm:prSet/>
      <dgm:spPr/>
      <dgm:t>
        <a:bodyPr/>
        <a:lstStyle/>
        <a:p>
          <a:r>
            <a:rPr lang="en-US"/>
            <a:t>• Provides insights</a:t>
          </a:r>
        </a:p>
      </dgm:t>
    </dgm:pt>
    <dgm:pt modelId="{D5F84F3A-6B40-44AD-B7F8-B730C7B074F2}" type="parTrans" cxnId="{51C2D5AB-2888-4C1B-B197-2C0680190BC5}">
      <dgm:prSet/>
      <dgm:spPr/>
      <dgm:t>
        <a:bodyPr/>
        <a:lstStyle/>
        <a:p>
          <a:endParaRPr lang="en-US"/>
        </a:p>
      </dgm:t>
    </dgm:pt>
    <dgm:pt modelId="{8C3B56B1-FCFC-4584-BFA1-541060BC8A1C}" type="sibTrans" cxnId="{51C2D5AB-2888-4C1B-B197-2C0680190BC5}">
      <dgm:prSet/>
      <dgm:spPr/>
      <dgm:t>
        <a:bodyPr/>
        <a:lstStyle/>
        <a:p>
          <a:endParaRPr lang="en-US"/>
        </a:p>
      </dgm:t>
    </dgm:pt>
    <dgm:pt modelId="{65FE623E-78E0-46B6-BBD8-5CF1C156A82D}">
      <dgm:prSet/>
      <dgm:spPr/>
      <dgm:t>
        <a:bodyPr/>
        <a:lstStyle/>
        <a:p>
          <a:r>
            <a:rPr lang="en-US"/>
            <a:t>• Improves accuracy over traditional methods</a:t>
          </a:r>
        </a:p>
      </dgm:t>
    </dgm:pt>
    <dgm:pt modelId="{0C44AC49-9D99-484F-BB6E-32A6BAF43666}" type="parTrans" cxnId="{21BB7E3E-A020-4B57-BED5-B98D343C4674}">
      <dgm:prSet/>
      <dgm:spPr/>
      <dgm:t>
        <a:bodyPr/>
        <a:lstStyle/>
        <a:p>
          <a:endParaRPr lang="en-US"/>
        </a:p>
      </dgm:t>
    </dgm:pt>
    <dgm:pt modelId="{48C3A4CE-7A12-4805-A39B-0BCFFE621E73}" type="sibTrans" cxnId="{21BB7E3E-A020-4B57-BED5-B98D343C4674}">
      <dgm:prSet/>
      <dgm:spPr/>
      <dgm:t>
        <a:bodyPr/>
        <a:lstStyle/>
        <a:p>
          <a:endParaRPr lang="en-US"/>
        </a:p>
      </dgm:t>
    </dgm:pt>
    <dgm:pt modelId="{CFC83236-7E66-46DA-BC11-7F11DE13834E}" type="pres">
      <dgm:prSet presAssocID="{C6060062-D3D7-441D-8F0F-BDE9224A76E5}" presName="root" presStyleCnt="0">
        <dgm:presLayoutVars>
          <dgm:dir/>
          <dgm:resizeHandles val="exact"/>
        </dgm:presLayoutVars>
      </dgm:prSet>
      <dgm:spPr/>
    </dgm:pt>
    <dgm:pt modelId="{BF5F245E-3DB8-4257-9653-FE6B70F455FB}" type="pres">
      <dgm:prSet presAssocID="{47264A93-C8C9-4BBE-BFAC-B9AD98239E48}" presName="compNode" presStyleCnt="0"/>
      <dgm:spPr/>
    </dgm:pt>
    <dgm:pt modelId="{DC1F0B53-A3D0-40F1-8DA1-D6FBD445A3D4}" type="pres">
      <dgm:prSet presAssocID="{47264A93-C8C9-4BBE-BFAC-B9AD98239E48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30D058A6-FA19-42FF-86FD-861554468653}" type="pres">
      <dgm:prSet presAssocID="{47264A93-C8C9-4BBE-BFAC-B9AD98239E48}" presName="spaceRect" presStyleCnt="0"/>
      <dgm:spPr/>
    </dgm:pt>
    <dgm:pt modelId="{25852384-4B21-4DC4-852A-903D964C16C8}" type="pres">
      <dgm:prSet presAssocID="{47264A93-C8C9-4BBE-BFAC-B9AD98239E48}" presName="textRect" presStyleLbl="revTx" presStyleIdx="0" presStyleCnt="3">
        <dgm:presLayoutVars>
          <dgm:chMax val="1"/>
          <dgm:chPref val="1"/>
        </dgm:presLayoutVars>
      </dgm:prSet>
      <dgm:spPr/>
    </dgm:pt>
    <dgm:pt modelId="{8C73DE57-A03D-44AF-9E2F-3D52820C7EA2}" type="pres">
      <dgm:prSet presAssocID="{66BC4290-DF0F-4840-B274-CA1E627680FA}" presName="sibTrans" presStyleCnt="0"/>
      <dgm:spPr/>
    </dgm:pt>
    <dgm:pt modelId="{B3EB4AFB-5BBC-4C58-BA5E-F029035DDC27}" type="pres">
      <dgm:prSet presAssocID="{38272FDB-6ED3-4380-B6FA-44BF8011B3A1}" presName="compNode" presStyleCnt="0"/>
      <dgm:spPr/>
    </dgm:pt>
    <dgm:pt modelId="{F31AD427-9564-4605-ADA9-C978ECA8B9CB}" type="pres">
      <dgm:prSet presAssocID="{38272FDB-6ED3-4380-B6FA-44BF8011B3A1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bulb"/>
        </a:ext>
      </dgm:extLst>
    </dgm:pt>
    <dgm:pt modelId="{E5A67485-E32D-4DE8-ADF6-C544A2B47646}" type="pres">
      <dgm:prSet presAssocID="{38272FDB-6ED3-4380-B6FA-44BF8011B3A1}" presName="spaceRect" presStyleCnt="0"/>
      <dgm:spPr/>
    </dgm:pt>
    <dgm:pt modelId="{6C9A9819-0CE4-4DAA-80C9-D4F4B123FA11}" type="pres">
      <dgm:prSet presAssocID="{38272FDB-6ED3-4380-B6FA-44BF8011B3A1}" presName="textRect" presStyleLbl="revTx" presStyleIdx="1" presStyleCnt="3">
        <dgm:presLayoutVars>
          <dgm:chMax val="1"/>
          <dgm:chPref val="1"/>
        </dgm:presLayoutVars>
      </dgm:prSet>
      <dgm:spPr/>
    </dgm:pt>
    <dgm:pt modelId="{C2F5DC91-3BED-47F3-8CF2-F3CF2A31BA40}" type="pres">
      <dgm:prSet presAssocID="{8C3B56B1-FCFC-4584-BFA1-541060BC8A1C}" presName="sibTrans" presStyleCnt="0"/>
      <dgm:spPr/>
    </dgm:pt>
    <dgm:pt modelId="{FEE2F887-6596-460B-8F53-BA5C340FA81D}" type="pres">
      <dgm:prSet presAssocID="{65FE623E-78E0-46B6-BBD8-5CF1C156A82D}" presName="compNode" presStyleCnt="0"/>
      <dgm:spPr/>
    </dgm:pt>
    <dgm:pt modelId="{A92F14CD-EC03-4F79-810C-ECCA2E5EF5D9}" type="pres">
      <dgm:prSet presAssocID="{65FE623E-78E0-46B6-BBD8-5CF1C156A82D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D2880727-DAA8-4A81-A7CE-C757F2F05DF2}" type="pres">
      <dgm:prSet presAssocID="{65FE623E-78E0-46B6-BBD8-5CF1C156A82D}" presName="spaceRect" presStyleCnt="0"/>
      <dgm:spPr/>
    </dgm:pt>
    <dgm:pt modelId="{3ABA4208-91B2-4D4B-AB72-E0A8D5D26650}" type="pres">
      <dgm:prSet presAssocID="{65FE623E-78E0-46B6-BBD8-5CF1C156A82D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4C6E3437-ACB8-4EA7-9458-2828447FB44D}" type="presOf" srcId="{38272FDB-6ED3-4380-B6FA-44BF8011B3A1}" destId="{6C9A9819-0CE4-4DAA-80C9-D4F4B123FA11}" srcOrd="0" destOrd="0" presId="urn:microsoft.com/office/officeart/2018/2/layout/IconLabelList"/>
    <dgm:cxn modelId="{21BB7E3E-A020-4B57-BED5-B98D343C4674}" srcId="{C6060062-D3D7-441D-8F0F-BDE9224A76E5}" destId="{65FE623E-78E0-46B6-BBD8-5CF1C156A82D}" srcOrd="2" destOrd="0" parTransId="{0C44AC49-9D99-484F-BB6E-32A6BAF43666}" sibTransId="{48C3A4CE-7A12-4805-A39B-0BCFFE621E73}"/>
    <dgm:cxn modelId="{E9C1D03E-CCB0-401B-9D36-953E4BFE5F24}" type="presOf" srcId="{C6060062-D3D7-441D-8F0F-BDE9224A76E5}" destId="{CFC83236-7E66-46DA-BC11-7F11DE13834E}" srcOrd="0" destOrd="0" presId="urn:microsoft.com/office/officeart/2018/2/layout/IconLabelList"/>
    <dgm:cxn modelId="{59ED3C9F-D351-40BF-9325-022D408F951E}" type="presOf" srcId="{47264A93-C8C9-4BBE-BFAC-B9AD98239E48}" destId="{25852384-4B21-4DC4-852A-903D964C16C8}" srcOrd="0" destOrd="0" presId="urn:microsoft.com/office/officeart/2018/2/layout/IconLabelList"/>
    <dgm:cxn modelId="{51C2D5AB-2888-4C1B-B197-2C0680190BC5}" srcId="{C6060062-D3D7-441D-8F0F-BDE9224A76E5}" destId="{38272FDB-6ED3-4380-B6FA-44BF8011B3A1}" srcOrd="1" destOrd="0" parTransId="{D5F84F3A-6B40-44AD-B7F8-B730C7B074F2}" sibTransId="{8C3B56B1-FCFC-4584-BFA1-541060BC8A1C}"/>
    <dgm:cxn modelId="{D07B0CAF-D459-45DB-AB0C-03A635798966}" srcId="{C6060062-D3D7-441D-8F0F-BDE9224A76E5}" destId="{47264A93-C8C9-4BBE-BFAC-B9AD98239E48}" srcOrd="0" destOrd="0" parTransId="{FD4E40BF-8766-45B4-B6D7-EAECC49EC25F}" sibTransId="{66BC4290-DF0F-4840-B274-CA1E627680FA}"/>
    <dgm:cxn modelId="{39B433FC-4147-4D88-80E2-0877AE593199}" type="presOf" srcId="{65FE623E-78E0-46B6-BBD8-5CF1C156A82D}" destId="{3ABA4208-91B2-4D4B-AB72-E0A8D5D26650}" srcOrd="0" destOrd="0" presId="urn:microsoft.com/office/officeart/2018/2/layout/IconLabelList"/>
    <dgm:cxn modelId="{C8D916A2-C809-454D-9FE4-DFF4D3E52422}" type="presParOf" srcId="{CFC83236-7E66-46DA-BC11-7F11DE13834E}" destId="{BF5F245E-3DB8-4257-9653-FE6B70F455FB}" srcOrd="0" destOrd="0" presId="urn:microsoft.com/office/officeart/2018/2/layout/IconLabelList"/>
    <dgm:cxn modelId="{B73BE587-66AB-410A-9222-B129D86103D9}" type="presParOf" srcId="{BF5F245E-3DB8-4257-9653-FE6B70F455FB}" destId="{DC1F0B53-A3D0-40F1-8DA1-D6FBD445A3D4}" srcOrd="0" destOrd="0" presId="urn:microsoft.com/office/officeart/2018/2/layout/IconLabelList"/>
    <dgm:cxn modelId="{3B1B3FEA-7FCA-419C-B6B2-7817C9D4C11F}" type="presParOf" srcId="{BF5F245E-3DB8-4257-9653-FE6B70F455FB}" destId="{30D058A6-FA19-42FF-86FD-861554468653}" srcOrd="1" destOrd="0" presId="urn:microsoft.com/office/officeart/2018/2/layout/IconLabelList"/>
    <dgm:cxn modelId="{4A000DB2-7BC4-4708-844A-675460571DD2}" type="presParOf" srcId="{BF5F245E-3DB8-4257-9653-FE6B70F455FB}" destId="{25852384-4B21-4DC4-852A-903D964C16C8}" srcOrd="2" destOrd="0" presId="urn:microsoft.com/office/officeart/2018/2/layout/IconLabelList"/>
    <dgm:cxn modelId="{749918A6-FA5A-40FB-B5C1-E6A8C5BF6631}" type="presParOf" srcId="{CFC83236-7E66-46DA-BC11-7F11DE13834E}" destId="{8C73DE57-A03D-44AF-9E2F-3D52820C7EA2}" srcOrd="1" destOrd="0" presId="urn:microsoft.com/office/officeart/2018/2/layout/IconLabelList"/>
    <dgm:cxn modelId="{9EB28EF4-8A3E-4E74-AD9D-BD10873E2886}" type="presParOf" srcId="{CFC83236-7E66-46DA-BC11-7F11DE13834E}" destId="{B3EB4AFB-5BBC-4C58-BA5E-F029035DDC27}" srcOrd="2" destOrd="0" presId="urn:microsoft.com/office/officeart/2018/2/layout/IconLabelList"/>
    <dgm:cxn modelId="{B27E848D-0EA8-4030-99E4-48859A102F62}" type="presParOf" srcId="{B3EB4AFB-5BBC-4C58-BA5E-F029035DDC27}" destId="{F31AD427-9564-4605-ADA9-C978ECA8B9CB}" srcOrd="0" destOrd="0" presId="urn:microsoft.com/office/officeart/2018/2/layout/IconLabelList"/>
    <dgm:cxn modelId="{7D9C7945-1EA5-4772-87DF-B7A5A3A7AD4B}" type="presParOf" srcId="{B3EB4AFB-5BBC-4C58-BA5E-F029035DDC27}" destId="{E5A67485-E32D-4DE8-ADF6-C544A2B47646}" srcOrd="1" destOrd="0" presId="urn:microsoft.com/office/officeart/2018/2/layout/IconLabelList"/>
    <dgm:cxn modelId="{4A8A4C55-FEA1-4AF5-BA57-8090347C25C1}" type="presParOf" srcId="{B3EB4AFB-5BBC-4C58-BA5E-F029035DDC27}" destId="{6C9A9819-0CE4-4DAA-80C9-D4F4B123FA11}" srcOrd="2" destOrd="0" presId="urn:microsoft.com/office/officeart/2018/2/layout/IconLabelList"/>
    <dgm:cxn modelId="{94A4B53C-ACD0-44A7-ADE1-0635FFBCC18A}" type="presParOf" srcId="{CFC83236-7E66-46DA-BC11-7F11DE13834E}" destId="{C2F5DC91-3BED-47F3-8CF2-F3CF2A31BA40}" srcOrd="3" destOrd="0" presId="urn:microsoft.com/office/officeart/2018/2/layout/IconLabelList"/>
    <dgm:cxn modelId="{BA17D292-7B3E-4C05-8E2C-803BA19C3EF8}" type="presParOf" srcId="{CFC83236-7E66-46DA-BC11-7F11DE13834E}" destId="{FEE2F887-6596-460B-8F53-BA5C340FA81D}" srcOrd="4" destOrd="0" presId="urn:microsoft.com/office/officeart/2018/2/layout/IconLabelList"/>
    <dgm:cxn modelId="{EA867DE4-39F4-42B0-A651-BB6699E2517C}" type="presParOf" srcId="{FEE2F887-6596-460B-8F53-BA5C340FA81D}" destId="{A92F14CD-EC03-4F79-810C-ECCA2E5EF5D9}" srcOrd="0" destOrd="0" presId="urn:microsoft.com/office/officeart/2018/2/layout/IconLabelList"/>
    <dgm:cxn modelId="{B4CC3867-2B38-452D-A26E-706DA2F44184}" type="presParOf" srcId="{FEE2F887-6596-460B-8F53-BA5C340FA81D}" destId="{D2880727-DAA8-4A81-A7CE-C757F2F05DF2}" srcOrd="1" destOrd="0" presId="urn:microsoft.com/office/officeart/2018/2/layout/IconLabelList"/>
    <dgm:cxn modelId="{BA047FEE-4266-498D-BB6E-FBD3B8FE1DF2}" type="presParOf" srcId="{FEE2F887-6596-460B-8F53-BA5C340FA81D}" destId="{3ABA4208-91B2-4D4B-AB72-E0A8D5D26650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D52870D8-0FE3-43D1-A2D6-9121045F5A3C}" type="doc">
      <dgm:prSet loTypeId="urn:microsoft.com/office/officeart/2005/8/layout/cycle1" loCatId="cycle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AEDA515-0E18-4CE5-87E0-A12534760352}">
      <dgm:prSet/>
      <dgm:spPr/>
      <dgm:t>
        <a:bodyPr/>
        <a:lstStyle/>
        <a:p>
          <a:r>
            <a:rPr lang="en-US"/>
            <a:t>• Effective system for behavior analysis</a:t>
          </a:r>
        </a:p>
      </dgm:t>
    </dgm:pt>
    <dgm:pt modelId="{F55CCC14-E729-4D25-A9EF-984D4C4AD3F4}" type="parTrans" cxnId="{0473BF86-A5FF-460A-9C5C-CEB183D4F994}">
      <dgm:prSet/>
      <dgm:spPr/>
      <dgm:t>
        <a:bodyPr/>
        <a:lstStyle/>
        <a:p>
          <a:endParaRPr lang="en-US"/>
        </a:p>
      </dgm:t>
    </dgm:pt>
    <dgm:pt modelId="{12EC3DE3-621A-4857-B6BA-7555A471AA3B}" type="sibTrans" cxnId="{0473BF86-A5FF-460A-9C5C-CEB183D4F994}">
      <dgm:prSet/>
      <dgm:spPr/>
      <dgm:t>
        <a:bodyPr/>
        <a:lstStyle/>
        <a:p>
          <a:endParaRPr lang="en-US"/>
        </a:p>
      </dgm:t>
    </dgm:pt>
    <dgm:pt modelId="{BF9D4296-C96B-451A-B147-F6E3B844E6D9}">
      <dgm:prSet/>
      <dgm:spPr/>
      <dgm:t>
        <a:bodyPr/>
        <a:lstStyle/>
        <a:p>
          <a:r>
            <a:rPr lang="en-US"/>
            <a:t>• Combines sensing + ML</a:t>
          </a:r>
        </a:p>
      </dgm:t>
    </dgm:pt>
    <dgm:pt modelId="{243F4E89-E182-4A9F-BBB4-1FD0D4C233C6}" type="parTrans" cxnId="{0D7CD0C8-B2F3-45E5-9EE9-FBFF7DDF2CA5}">
      <dgm:prSet/>
      <dgm:spPr/>
      <dgm:t>
        <a:bodyPr/>
        <a:lstStyle/>
        <a:p>
          <a:endParaRPr lang="en-US"/>
        </a:p>
      </dgm:t>
    </dgm:pt>
    <dgm:pt modelId="{36DDF7F2-60FD-44D7-BE1C-66DCB632F4E0}" type="sibTrans" cxnId="{0D7CD0C8-B2F3-45E5-9EE9-FBFF7DDF2CA5}">
      <dgm:prSet/>
      <dgm:spPr/>
      <dgm:t>
        <a:bodyPr/>
        <a:lstStyle/>
        <a:p>
          <a:endParaRPr lang="en-US"/>
        </a:p>
      </dgm:t>
    </dgm:pt>
    <dgm:pt modelId="{8B4C1986-C527-4FDC-BA89-8684E88AF967}">
      <dgm:prSet/>
      <dgm:spPr/>
      <dgm:t>
        <a:bodyPr/>
        <a:lstStyle/>
        <a:p>
          <a:r>
            <a:rPr lang="en-US"/>
            <a:t>• Useful for real-world applications</a:t>
          </a:r>
        </a:p>
      </dgm:t>
    </dgm:pt>
    <dgm:pt modelId="{8BCCCBC0-9C74-4C93-AEE5-571E58CE9200}" type="parTrans" cxnId="{6FDD60E8-A60C-49C5-BA15-13F09488421A}">
      <dgm:prSet/>
      <dgm:spPr/>
      <dgm:t>
        <a:bodyPr/>
        <a:lstStyle/>
        <a:p>
          <a:endParaRPr lang="en-US"/>
        </a:p>
      </dgm:t>
    </dgm:pt>
    <dgm:pt modelId="{6B2AC2E2-5250-4A63-9A03-7A8A0A17C670}" type="sibTrans" cxnId="{6FDD60E8-A60C-49C5-BA15-13F09488421A}">
      <dgm:prSet/>
      <dgm:spPr/>
      <dgm:t>
        <a:bodyPr/>
        <a:lstStyle/>
        <a:p>
          <a:endParaRPr lang="en-US"/>
        </a:p>
      </dgm:t>
    </dgm:pt>
    <dgm:pt modelId="{8DCF819C-71CE-4C17-8BE3-053E4277CC4F}" type="pres">
      <dgm:prSet presAssocID="{D52870D8-0FE3-43D1-A2D6-9121045F5A3C}" presName="cycle" presStyleCnt="0">
        <dgm:presLayoutVars>
          <dgm:dir/>
          <dgm:resizeHandles val="exact"/>
        </dgm:presLayoutVars>
      </dgm:prSet>
      <dgm:spPr/>
    </dgm:pt>
    <dgm:pt modelId="{8DD70BEB-4AC9-450A-A550-A83718F8C45F}" type="pres">
      <dgm:prSet presAssocID="{4AEDA515-0E18-4CE5-87E0-A12534760352}" presName="dummy" presStyleCnt="0"/>
      <dgm:spPr/>
    </dgm:pt>
    <dgm:pt modelId="{6DDE5FD8-87AD-423B-8718-186459910C68}" type="pres">
      <dgm:prSet presAssocID="{4AEDA515-0E18-4CE5-87E0-A12534760352}" presName="node" presStyleLbl="revTx" presStyleIdx="0" presStyleCnt="3">
        <dgm:presLayoutVars>
          <dgm:bulletEnabled val="1"/>
        </dgm:presLayoutVars>
      </dgm:prSet>
      <dgm:spPr/>
    </dgm:pt>
    <dgm:pt modelId="{B93192DC-8703-43AF-AF39-EEA7C5C8D93D}" type="pres">
      <dgm:prSet presAssocID="{12EC3DE3-621A-4857-B6BA-7555A471AA3B}" presName="sibTrans" presStyleLbl="node1" presStyleIdx="0" presStyleCnt="3"/>
      <dgm:spPr/>
    </dgm:pt>
    <dgm:pt modelId="{5C6E8D74-48F2-4A99-97A6-5C34624C0E34}" type="pres">
      <dgm:prSet presAssocID="{BF9D4296-C96B-451A-B147-F6E3B844E6D9}" presName="dummy" presStyleCnt="0"/>
      <dgm:spPr/>
    </dgm:pt>
    <dgm:pt modelId="{A0B03FF7-1F69-4D0B-BD2C-2C08BA2A3E96}" type="pres">
      <dgm:prSet presAssocID="{BF9D4296-C96B-451A-B147-F6E3B844E6D9}" presName="node" presStyleLbl="revTx" presStyleIdx="1" presStyleCnt="3">
        <dgm:presLayoutVars>
          <dgm:bulletEnabled val="1"/>
        </dgm:presLayoutVars>
      </dgm:prSet>
      <dgm:spPr/>
    </dgm:pt>
    <dgm:pt modelId="{0792D500-CAF9-4CEC-8F7A-D38C9236D100}" type="pres">
      <dgm:prSet presAssocID="{36DDF7F2-60FD-44D7-BE1C-66DCB632F4E0}" presName="sibTrans" presStyleLbl="node1" presStyleIdx="1" presStyleCnt="3"/>
      <dgm:spPr/>
    </dgm:pt>
    <dgm:pt modelId="{C8677F09-B308-4A6B-83CF-59FCA39E3366}" type="pres">
      <dgm:prSet presAssocID="{8B4C1986-C527-4FDC-BA89-8684E88AF967}" presName="dummy" presStyleCnt="0"/>
      <dgm:spPr/>
    </dgm:pt>
    <dgm:pt modelId="{95D65C29-6729-44FC-B166-51BCAE68F3CF}" type="pres">
      <dgm:prSet presAssocID="{8B4C1986-C527-4FDC-BA89-8684E88AF967}" presName="node" presStyleLbl="revTx" presStyleIdx="2" presStyleCnt="3">
        <dgm:presLayoutVars>
          <dgm:bulletEnabled val="1"/>
        </dgm:presLayoutVars>
      </dgm:prSet>
      <dgm:spPr/>
    </dgm:pt>
    <dgm:pt modelId="{BF309442-44BD-4AE1-AECE-702BC4961F15}" type="pres">
      <dgm:prSet presAssocID="{6B2AC2E2-5250-4A63-9A03-7A8A0A17C670}" presName="sibTrans" presStyleLbl="node1" presStyleIdx="2" presStyleCnt="3"/>
      <dgm:spPr/>
    </dgm:pt>
  </dgm:ptLst>
  <dgm:cxnLst>
    <dgm:cxn modelId="{B5F61C6F-B2EF-44A6-963F-A76009CEE225}" type="presOf" srcId="{BF9D4296-C96B-451A-B147-F6E3B844E6D9}" destId="{A0B03FF7-1F69-4D0B-BD2C-2C08BA2A3E96}" srcOrd="0" destOrd="0" presId="urn:microsoft.com/office/officeart/2005/8/layout/cycle1"/>
    <dgm:cxn modelId="{87E24754-2B51-47CF-8F5C-1CD16411548B}" type="presOf" srcId="{12EC3DE3-621A-4857-B6BA-7555A471AA3B}" destId="{B93192DC-8703-43AF-AF39-EEA7C5C8D93D}" srcOrd="0" destOrd="0" presId="urn:microsoft.com/office/officeart/2005/8/layout/cycle1"/>
    <dgm:cxn modelId="{EE704776-D220-4308-A3EF-BA4E7FDBC45A}" type="presOf" srcId="{6B2AC2E2-5250-4A63-9A03-7A8A0A17C670}" destId="{BF309442-44BD-4AE1-AECE-702BC4961F15}" srcOrd="0" destOrd="0" presId="urn:microsoft.com/office/officeart/2005/8/layout/cycle1"/>
    <dgm:cxn modelId="{0473BF86-A5FF-460A-9C5C-CEB183D4F994}" srcId="{D52870D8-0FE3-43D1-A2D6-9121045F5A3C}" destId="{4AEDA515-0E18-4CE5-87E0-A12534760352}" srcOrd="0" destOrd="0" parTransId="{F55CCC14-E729-4D25-A9EF-984D4C4AD3F4}" sibTransId="{12EC3DE3-621A-4857-B6BA-7555A471AA3B}"/>
    <dgm:cxn modelId="{034DE58F-3871-4DBC-929B-E504CB5620B6}" type="presOf" srcId="{D52870D8-0FE3-43D1-A2D6-9121045F5A3C}" destId="{8DCF819C-71CE-4C17-8BE3-053E4277CC4F}" srcOrd="0" destOrd="0" presId="urn:microsoft.com/office/officeart/2005/8/layout/cycle1"/>
    <dgm:cxn modelId="{B3C7A3AB-F2BD-4C0C-AE8E-272864E55F92}" type="presOf" srcId="{36DDF7F2-60FD-44D7-BE1C-66DCB632F4E0}" destId="{0792D500-CAF9-4CEC-8F7A-D38C9236D100}" srcOrd="0" destOrd="0" presId="urn:microsoft.com/office/officeart/2005/8/layout/cycle1"/>
    <dgm:cxn modelId="{F64BB0BF-E6E3-4503-8BBA-674DB880185B}" type="presOf" srcId="{8B4C1986-C527-4FDC-BA89-8684E88AF967}" destId="{95D65C29-6729-44FC-B166-51BCAE68F3CF}" srcOrd="0" destOrd="0" presId="urn:microsoft.com/office/officeart/2005/8/layout/cycle1"/>
    <dgm:cxn modelId="{0D7CD0C8-B2F3-45E5-9EE9-FBFF7DDF2CA5}" srcId="{D52870D8-0FE3-43D1-A2D6-9121045F5A3C}" destId="{BF9D4296-C96B-451A-B147-F6E3B844E6D9}" srcOrd="1" destOrd="0" parTransId="{243F4E89-E182-4A9F-BBB4-1FD0D4C233C6}" sibTransId="{36DDF7F2-60FD-44D7-BE1C-66DCB632F4E0}"/>
    <dgm:cxn modelId="{5BD1E7D9-329A-4C5F-9ED9-B4E06AAD71FB}" type="presOf" srcId="{4AEDA515-0E18-4CE5-87E0-A12534760352}" destId="{6DDE5FD8-87AD-423B-8718-186459910C68}" srcOrd="0" destOrd="0" presId="urn:microsoft.com/office/officeart/2005/8/layout/cycle1"/>
    <dgm:cxn modelId="{6FDD60E8-A60C-49C5-BA15-13F09488421A}" srcId="{D52870D8-0FE3-43D1-A2D6-9121045F5A3C}" destId="{8B4C1986-C527-4FDC-BA89-8684E88AF967}" srcOrd="2" destOrd="0" parTransId="{8BCCCBC0-9C74-4C93-AEE5-571E58CE9200}" sibTransId="{6B2AC2E2-5250-4A63-9A03-7A8A0A17C670}"/>
    <dgm:cxn modelId="{F8C42015-D0A6-4CE7-A0B5-C6EF0B8BC4CB}" type="presParOf" srcId="{8DCF819C-71CE-4C17-8BE3-053E4277CC4F}" destId="{8DD70BEB-4AC9-450A-A550-A83718F8C45F}" srcOrd="0" destOrd="0" presId="urn:microsoft.com/office/officeart/2005/8/layout/cycle1"/>
    <dgm:cxn modelId="{F09CE07E-DEFC-4033-8998-7D55C9E936CD}" type="presParOf" srcId="{8DCF819C-71CE-4C17-8BE3-053E4277CC4F}" destId="{6DDE5FD8-87AD-423B-8718-186459910C68}" srcOrd="1" destOrd="0" presId="urn:microsoft.com/office/officeart/2005/8/layout/cycle1"/>
    <dgm:cxn modelId="{D85979D1-2812-4D1B-9D3A-F87FA1F348FC}" type="presParOf" srcId="{8DCF819C-71CE-4C17-8BE3-053E4277CC4F}" destId="{B93192DC-8703-43AF-AF39-EEA7C5C8D93D}" srcOrd="2" destOrd="0" presId="urn:microsoft.com/office/officeart/2005/8/layout/cycle1"/>
    <dgm:cxn modelId="{AE492ADD-B522-4A96-B84E-FA72FB4CA08B}" type="presParOf" srcId="{8DCF819C-71CE-4C17-8BE3-053E4277CC4F}" destId="{5C6E8D74-48F2-4A99-97A6-5C34624C0E34}" srcOrd="3" destOrd="0" presId="urn:microsoft.com/office/officeart/2005/8/layout/cycle1"/>
    <dgm:cxn modelId="{0E3E0D4A-DAFC-4D2E-ADE0-AD65D4C77BB6}" type="presParOf" srcId="{8DCF819C-71CE-4C17-8BE3-053E4277CC4F}" destId="{A0B03FF7-1F69-4D0B-BD2C-2C08BA2A3E96}" srcOrd="4" destOrd="0" presId="urn:microsoft.com/office/officeart/2005/8/layout/cycle1"/>
    <dgm:cxn modelId="{AD91C523-2749-4F10-AD7E-FA702E5618B1}" type="presParOf" srcId="{8DCF819C-71CE-4C17-8BE3-053E4277CC4F}" destId="{0792D500-CAF9-4CEC-8F7A-D38C9236D100}" srcOrd="5" destOrd="0" presId="urn:microsoft.com/office/officeart/2005/8/layout/cycle1"/>
    <dgm:cxn modelId="{F35F11ED-5F5C-4501-98F8-E89C1BEB909A}" type="presParOf" srcId="{8DCF819C-71CE-4C17-8BE3-053E4277CC4F}" destId="{C8677F09-B308-4A6B-83CF-59FCA39E3366}" srcOrd="6" destOrd="0" presId="urn:microsoft.com/office/officeart/2005/8/layout/cycle1"/>
    <dgm:cxn modelId="{24B7590E-B9EE-413A-B3DB-533632050785}" type="presParOf" srcId="{8DCF819C-71CE-4C17-8BE3-053E4277CC4F}" destId="{95D65C29-6729-44FC-B166-51BCAE68F3CF}" srcOrd="7" destOrd="0" presId="urn:microsoft.com/office/officeart/2005/8/layout/cycle1"/>
    <dgm:cxn modelId="{CE652E57-D8C3-4EBB-901A-6E38F83634B9}" type="presParOf" srcId="{8DCF819C-71CE-4C17-8BE3-053E4277CC4F}" destId="{BF309442-44BD-4AE1-AECE-702BC4961F15}" srcOrd="8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69ACA4-B6DD-4E07-B694-8BA141F2D4D4}">
      <dsp:nvSpPr>
        <dsp:cNvPr id="0" name=""/>
        <dsp:cNvSpPr/>
      </dsp:nvSpPr>
      <dsp:spPr>
        <a:xfrm>
          <a:off x="738477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25327D-A74C-4198-A7CA-32B13F6477E3}">
      <dsp:nvSpPr>
        <dsp:cNvPr id="0" name=""/>
        <dsp:cNvSpPr/>
      </dsp:nvSpPr>
      <dsp:spPr>
        <a:xfrm>
          <a:off x="78583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Mobile usage impacts behavior</a:t>
          </a:r>
        </a:p>
      </dsp:txBody>
      <dsp:txXfrm>
        <a:off x="78583" y="2435142"/>
        <a:ext cx="2399612" cy="720000"/>
      </dsp:txXfrm>
    </dsp:sp>
    <dsp:sp modelId="{DB2FD836-90D5-4CBD-90DA-B6CC8A0404A8}">
      <dsp:nvSpPr>
        <dsp:cNvPr id="0" name=""/>
        <dsp:cNvSpPr/>
      </dsp:nvSpPr>
      <dsp:spPr>
        <a:xfrm>
          <a:off x="3558022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B8999A-41C3-4CE8-945F-E78D5B045EB2}">
      <dsp:nvSpPr>
        <dsp:cNvPr id="0" name=""/>
        <dsp:cNvSpPr/>
      </dsp:nvSpPr>
      <dsp:spPr>
        <a:xfrm>
          <a:off x="2898129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Current methods rely on self-reporting</a:t>
          </a:r>
        </a:p>
      </dsp:txBody>
      <dsp:txXfrm>
        <a:off x="2898129" y="2435142"/>
        <a:ext cx="2399612" cy="720000"/>
      </dsp:txXfrm>
    </dsp:sp>
    <dsp:sp modelId="{9A6AEAF9-8DB3-49F7-9D46-5440A83F886A}">
      <dsp:nvSpPr>
        <dsp:cNvPr id="0" name=""/>
        <dsp:cNvSpPr/>
      </dsp:nvSpPr>
      <dsp:spPr>
        <a:xfrm>
          <a:off x="6377567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38FAB4-7894-40DA-9D0D-E19553D7F83D}">
      <dsp:nvSpPr>
        <dsp:cNvPr id="0" name=""/>
        <dsp:cNvSpPr/>
      </dsp:nvSpPr>
      <dsp:spPr>
        <a:xfrm>
          <a:off x="5717674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Need automated real-time analysis system</a:t>
          </a:r>
        </a:p>
      </dsp:txBody>
      <dsp:txXfrm>
        <a:off x="5717674" y="2435142"/>
        <a:ext cx="2399612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C9FCEB-1359-4AB2-A615-467B79340864}">
      <dsp:nvSpPr>
        <dsp:cNvPr id="0" name=""/>
        <dsp:cNvSpPr/>
      </dsp:nvSpPr>
      <dsp:spPr>
        <a:xfrm>
          <a:off x="0" y="682"/>
          <a:ext cx="4683949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A834E5-DF21-467A-98E1-067761A73416}">
      <dsp:nvSpPr>
        <dsp:cNvPr id="0" name=""/>
        <dsp:cNvSpPr/>
      </dsp:nvSpPr>
      <dsp:spPr>
        <a:xfrm>
          <a:off x="482961" y="359909"/>
          <a:ext cx="878111" cy="87811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EB639C-F10B-4E22-A751-5090D79CB353}">
      <dsp:nvSpPr>
        <dsp:cNvPr id="0" name=""/>
        <dsp:cNvSpPr/>
      </dsp:nvSpPr>
      <dsp:spPr>
        <a:xfrm>
          <a:off x="1844034" y="682"/>
          <a:ext cx="2839914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Collect user data automatically</a:t>
          </a:r>
        </a:p>
      </dsp:txBody>
      <dsp:txXfrm>
        <a:off x="1844034" y="682"/>
        <a:ext cx="2839914" cy="1596566"/>
      </dsp:txXfrm>
    </dsp:sp>
    <dsp:sp modelId="{900F8D41-F534-4E1B-9828-753736DAD4D9}">
      <dsp:nvSpPr>
        <dsp:cNvPr id="0" name=""/>
        <dsp:cNvSpPr/>
      </dsp:nvSpPr>
      <dsp:spPr>
        <a:xfrm>
          <a:off x="0" y="1996390"/>
          <a:ext cx="4683949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91BB88-4538-4EF5-B227-0E21012E1BFD}">
      <dsp:nvSpPr>
        <dsp:cNvPr id="0" name=""/>
        <dsp:cNvSpPr/>
      </dsp:nvSpPr>
      <dsp:spPr>
        <a:xfrm>
          <a:off x="482961" y="2355617"/>
          <a:ext cx="878111" cy="87811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2396BF-00E2-47D4-93F0-26410F810257}">
      <dsp:nvSpPr>
        <dsp:cNvPr id="0" name=""/>
        <dsp:cNvSpPr/>
      </dsp:nvSpPr>
      <dsp:spPr>
        <a:xfrm>
          <a:off x="1844034" y="1996390"/>
          <a:ext cx="2839914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Analyze behavioral patterns</a:t>
          </a:r>
        </a:p>
      </dsp:txBody>
      <dsp:txXfrm>
        <a:off x="1844034" y="1996390"/>
        <a:ext cx="2839914" cy="1596566"/>
      </dsp:txXfrm>
    </dsp:sp>
    <dsp:sp modelId="{3627D322-B2C2-4F90-91E2-3901E647C0E3}">
      <dsp:nvSpPr>
        <dsp:cNvPr id="0" name=""/>
        <dsp:cNvSpPr/>
      </dsp:nvSpPr>
      <dsp:spPr>
        <a:xfrm>
          <a:off x="0" y="3992098"/>
          <a:ext cx="4683949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C91BBBE-8F9F-4DB3-98BF-BB7DC74C6004}">
      <dsp:nvSpPr>
        <dsp:cNvPr id="0" name=""/>
        <dsp:cNvSpPr/>
      </dsp:nvSpPr>
      <dsp:spPr>
        <a:xfrm>
          <a:off x="482961" y="4351325"/>
          <a:ext cx="878111" cy="87811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416F17-1359-408A-B52E-B16C2CC9D4FA}">
      <dsp:nvSpPr>
        <dsp:cNvPr id="0" name=""/>
        <dsp:cNvSpPr/>
      </dsp:nvSpPr>
      <dsp:spPr>
        <a:xfrm>
          <a:off x="1844034" y="3992098"/>
          <a:ext cx="2839914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Provide insights and recommendations</a:t>
          </a:r>
        </a:p>
      </dsp:txBody>
      <dsp:txXfrm>
        <a:off x="1844034" y="3992098"/>
        <a:ext cx="2839914" cy="159656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0933B6-203A-4E2B-A593-9E85BB3BB4EF}">
      <dsp:nvSpPr>
        <dsp:cNvPr id="0" name=""/>
        <dsp:cNvSpPr/>
      </dsp:nvSpPr>
      <dsp:spPr>
        <a:xfrm>
          <a:off x="0" y="1016813"/>
          <a:ext cx="4683949" cy="81549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1. Data Collection</a:t>
          </a:r>
        </a:p>
      </dsp:txBody>
      <dsp:txXfrm>
        <a:off x="39809" y="1056622"/>
        <a:ext cx="4604331" cy="735872"/>
      </dsp:txXfrm>
    </dsp:sp>
    <dsp:sp modelId="{8AEE0D67-DDFF-4BA6-9FA5-8C3B732D44E1}">
      <dsp:nvSpPr>
        <dsp:cNvPr id="0" name=""/>
        <dsp:cNvSpPr/>
      </dsp:nvSpPr>
      <dsp:spPr>
        <a:xfrm>
          <a:off x="0" y="1930223"/>
          <a:ext cx="4683949" cy="815490"/>
        </a:xfrm>
        <a:prstGeom prst="round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2. Data Preprocessing</a:t>
          </a:r>
        </a:p>
      </dsp:txBody>
      <dsp:txXfrm>
        <a:off x="39809" y="1970032"/>
        <a:ext cx="4604331" cy="735872"/>
      </dsp:txXfrm>
    </dsp:sp>
    <dsp:sp modelId="{8417A673-6DB0-413C-964F-8D6C6D5119E9}">
      <dsp:nvSpPr>
        <dsp:cNvPr id="0" name=""/>
        <dsp:cNvSpPr/>
      </dsp:nvSpPr>
      <dsp:spPr>
        <a:xfrm>
          <a:off x="0" y="2843633"/>
          <a:ext cx="4683949" cy="815490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3. ML Model Application</a:t>
          </a:r>
        </a:p>
      </dsp:txBody>
      <dsp:txXfrm>
        <a:off x="39809" y="2883442"/>
        <a:ext cx="4604331" cy="735872"/>
      </dsp:txXfrm>
    </dsp:sp>
    <dsp:sp modelId="{4887CC5D-0A6C-41C9-9AF1-013DF36CBFDE}">
      <dsp:nvSpPr>
        <dsp:cNvPr id="0" name=""/>
        <dsp:cNvSpPr/>
      </dsp:nvSpPr>
      <dsp:spPr>
        <a:xfrm>
          <a:off x="0" y="3757043"/>
          <a:ext cx="4683949" cy="81549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4. Behavior Analysis</a:t>
          </a:r>
        </a:p>
      </dsp:txBody>
      <dsp:txXfrm>
        <a:off x="39809" y="3796852"/>
        <a:ext cx="4604331" cy="73587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EBCD7D-46E4-4783-8628-73469CDD426C}">
      <dsp:nvSpPr>
        <dsp:cNvPr id="0" name=""/>
        <dsp:cNvSpPr/>
      </dsp:nvSpPr>
      <dsp:spPr>
        <a:xfrm>
          <a:off x="25368" y="795493"/>
          <a:ext cx="1082781" cy="108278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0C99D4-F4D2-46C4-BAB2-423320A6F269}">
      <dsp:nvSpPr>
        <dsp:cNvPr id="0" name=""/>
        <dsp:cNvSpPr/>
      </dsp:nvSpPr>
      <dsp:spPr>
        <a:xfrm>
          <a:off x="252752" y="1022877"/>
          <a:ext cx="628012" cy="6280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E73E37-447C-4C08-9017-D0B7132405F6}">
      <dsp:nvSpPr>
        <dsp:cNvPr id="0" name=""/>
        <dsp:cNvSpPr/>
      </dsp:nvSpPr>
      <dsp:spPr>
        <a:xfrm>
          <a:off x="1340173" y="795493"/>
          <a:ext cx="2552269" cy="1082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Data Collection Layer</a:t>
          </a:r>
        </a:p>
      </dsp:txBody>
      <dsp:txXfrm>
        <a:off x="1340173" y="795493"/>
        <a:ext cx="2552269" cy="1082781"/>
      </dsp:txXfrm>
    </dsp:sp>
    <dsp:sp modelId="{1A15FA1A-3BDC-4BB8-9257-670483B772CB}">
      <dsp:nvSpPr>
        <dsp:cNvPr id="0" name=""/>
        <dsp:cNvSpPr/>
      </dsp:nvSpPr>
      <dsp:spPr>
        <a:xfrm>
          <a:off x="4337156" y="795493"/>
          <a:ext cx="1082781" cy="108278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A1AB9B-9918-43A9-9231-60266BC11D31}">
      <dsp:nvSpPr>
        <dsp:cNvPr id="0" name=""/>
        <dsp:cNvSpPr/>
      </dsp:nvSpPr>
      <dsp:spPr>
        <a:xfrm>
          <a:off x="4564540" y="1022877"/>
          <a:ext cx="628012" cy="6280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E3FCC0-9E50-48A5-858A-E0B6CB759EA6}">
      <dsp:nvSpPr>
        <dsp:cNvPr id="0" name=""/>
        <dsp:cNvSpPr/>
      </dsp:nvSpPr>
      <dsp:spPr>
        <a:xfrm>
          <a:off x="5651962" y="795493"/>
          <a:ext cx="2552269" cy="1082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Processing Layer</a:t>
          </a:r>
        </a:p>
      </dsp:txBody>
      <dsp:txXfrm>
        <a:off x="5651962" y="795493"/>
        <a:ext cx="2552269" cy="1082781"/>
      </dsp:txXfrm>
    </dsp:sp>
    <dsp:sp modelId="{DC2F5602-313D-4E06-ABCB-8CA04774C2FD}">
      <dsp:nvSpPr>
        <dsp:cNvPr id="0" name=""/>
        <dsp:cNvSpPr/>
      </dsp:nvSpPr>
      <dsp:spPr>
        <a:xfrm>
          <a:off x="25368" y="2647688"/>
          <a:ext cx="1082781" cy="108278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4F2969-0106-4E08-9529-53DD8BC778AB}">
      <dsp:nvSpPr>
        <dsp:cNvPr id="0" name=""/>
        <dsp:cNvSpPr/>
      </dsp:nvSpPr>
      <dsp:spPr>
        <a:xfrm>
          <a:off x="252752" y="2875072"/>
          <a:ext cx="628012" cy="62801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775FFA-B639-4D36-8F57-BE9E35CAD745}">
      <dsp:nvSpPr>
        <dsp:cNvPr id="0" name=""/>
        <dsp:cNvSpPr/>
      </dsp:nvSpPr>
      <dsp:spPr>
        <a:xfrm>
          <a:off x="1340173" y="2647688"/>
          <a:ext cx="2552269" cy="1082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ML Layer</a:t>
          </a:r>
        </a:p>
      </dsp:txBody>
      <dsp:txXfrm>
        <a:off x="1340173" y="2647688"/>
        <a:ext cx="2552269" cy="1082781"/>
      </dsp:txXfrm>
    </dsp:sp>
    <dsp:sp modelId="{6031A55B-00E8-426F-9509-019106C9B335}">
      <dsp:nvSpPr>
        <dsp:cNvPr id="0" name=""/>
        <dsp:cNvSpPr/>
      </dsp:nvSpPr>
      <dsp:spPr>
        <a:xfrm>
          <a:off x="4337156" y="2647688"/>
          <a:ext cx="1082781" cy="108278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71D0E6-F50D-437A-A828-3C8A19783F92}">
      <dsp:nvSpPr>
        <dsp:cNvPr id="0" name=""/>
        <dsp:cNvSpPr/>
      </dsp:nvSpPr>
      <dsp:spPr>
        <a:xfrm>
          <a:off x="4564540" y="2875072"/>
          <a:ext cx="628012" cy="62801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022194-0C5E-4074-9ED0-1110A5A18F89}">
      <dsp:nvSpPr>
        <dsp:cNvPr id="0" name=""/>
        <dsp:cNvSpPr/>
      </dsp:nvSpPr>
      <dsp:spPr>
        <a:xfrm>
          <a:off x="5651962" y="2647688"/>
          <a:ext cx="2552269" cy="1082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Presentation Layer</a:t>
          </a:r>
        </a:p>
      </dsp:txBody>
      <dsp:txXfrm>
        <a:off x="5651962" y="2647688"/>
        <a:ext cx="2552269" cy="108278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6ACDBE-21A7-4BA5-BD7D-8BBA656594C1}">
      <dsp:nvSpPr>
        <dsp:cNvPr id="0" name=""/>
        <dsp:cNvSpPr/>
      </dsp:nvSpPr>
      <dsp:spPr>
        <a:xfrm>
          <a:off x="438543" y="998832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39177B9-7380-40D7-96FB-FA07804D2D81}">
      <dsp:nvSpPr>
        <dsp:cNvPr id="0" name=""/>
        <dsp:cNvSpPr/>
      </dsp:nvSpPr>
      <dsp:spPr>
        <a:xfrm>
          <a:off x="672543" y="1232832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FB96F2-0DBC-4891-A6A7-3A5787E02B0A}">
      <dsp:nvSpPr>
        <dsp:cNvPr id="0" name=""/>
        <dsp:cNvSpPr/>
      </dsp:nvSpPr>
      <dsp:spPr>
        <a:xfrm>
          <a:off x="87543" y="243883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100" kern="1200"/>
            <a:t>• App usage tracking</a:t>
          </a:r>
        </a:p>
      </dsp:txBody>
      <dsp:txXfrm>
        <a:off x="87543" y="2438832"/>
        <a:ext cx="1800000" cy="720000"/>
      </dsp:txXfrm>
    </dsp:sp>
    <dsp:sp modelId="{CB84BB58-A529-40C0-9305-7180236CBD67}">
      <dsp:nvSpPr>
        <dsp:cNvPr id="0" name=""/>
        <dsp:cNvSpPr/>
      </dsp:nvSpPr>
      <dsp:spPr>
        <a:xfrm>
          <a:off x="2553543" y="998832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0B25D40-23A0-4759-B877-9030D1CC48D4}">
      <dsp:nvSpPr>
        <dsp:cNvPr id="0" name=""/>
        <dsp:cNvSpPr/>
      </dsp:nvSpPr>
      <dsp:spPr>
        <a:xfrm>
          <a:off x="2787543" y="1232832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3F193C-0636-47E5-B3D6-9C43FA753CB7}">
      <dsp:nvSpPr>
        <dsp:cNvPr id="0" name=""/>
        <dsp:cNvSpPr/>
      </dsp:nvSpPr>
      <dsp:spPr>
        <a:xfrm>
          <a:off x="2202543" y="243883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100" kern="1200"/>
            <a:t>• Sensor data collection</a:t>
          </a:r>
        </a:p>
      </dsp:txBody>
      <dsp:txXfrm>
        <a:off x="2202543" y="2438832"/>
        <a:ext cx="1800000" cy="720000"/>
      </dsp:txXfrm>
    </dsp:sp>
    <dsp:sp modelId="{9C67C335-2087-42EE-A587-732C6DEAD227}">
      <dsp:nvSpPr>
        <dsp:cNvPr id="0" name=""/>
        <dsp:cNvSpPr/>
      </dsp:nvSpPr>
      <dsp:spPr>
        <a:xfrm>
          <a:off x="4668543" y="998832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9FA7F9-33AE-440F-A71E-D8FE5C0E71FD}">
      <dsp:nvSpPr>
        <dsp:cNvPr id="0" name=""/>
        <dsp:cNvSpPr/>
      </dsp:nvSpPr>
      <dsp:spPr>
        <a:xfrm>
          <a:off x="4902543" y="1232832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E59DF7-6E5F-4DAD-ACD1-D37D3B0D60E8}">
      <dsp:nvSpPr>
        <dsp:cNvPr id="0" name=""/>
        <dsp:cNvSpPr/>
      </dsp:nvSpPr>
      <dsp:spPr>
        <a:xfrm>
          <a:off x="4317543" y="243883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100" kern="1200"/>
            <a:t>• Behavior classification</a:t>
          </a:r>
        </a:p>
      </dsp:txBody>
      <dsp:txXfrm>
        <a:off x="4317543" y="2438832"/>
        <a:ext cx="1800000" cy="720000"/>
      </dsp:txXfrm>
    </dsp:sp>
    <dsp:sp modelId="{2081408C-690B-4A00-A218-9C60D3DBC59E}">
      <dsp:nvSpPr>
        <dsp:cNvPr id="0" name=""/>
        <dsp:cNvSpPr/>
      </dsp:nvSpPr>
      <dsp:spPr>
        <a:xfrm>
          <a:off x="6783543" y="998832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487D62-1CB2-4BB9-898C-0D89283C8CC1}">
      <dsp:nvSpPr>
        <dsp:cNvPr id="0" name=""/>
        <dsp:cNvSpPr/>
      </dsp:nvSpPr>
      <dsp:spPr>
        <a:xfrm>
          <a:off x="7017543" y="1232832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B1DCAE-7D63-4C38-A22F-F27E97A84B0E}">
      <dsp:nvSpPr>
        <dsp:cNvPr id="0" name=""/>
        <dsp:cNvSpPr/>
      </dsp:nvSpPr>
      <dsp:spPr>
        <a:xfrm>
          <a:off x="6432543" y="243883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100" kern="1200"/>
            <a:t>• Dashboard &amp; reports</a:t>
          </a:r>
        </a:p>
      </dsp:txBody>
      <dsp:txXfrm>
        <a:off x="6432543" y="2438832"/>
        <a:ext cx="1800000" cy="7200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6920BF-B7DD-4700-BDFE-32F4E16D3E69}">
      <dsp:nvSpPr>
        <dsp:cNvPr id="0" name=""/>
        <dsp:cNvSpPr/>
      </dsp:nvSpPr>
      <dsp:spPr>
        <a:xfrm>
          <a:off x="4029003" y="32711"/>
          <a:ext cx="1086139" cy="10861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Python</a:t>
          </a:r>
        </a:p>
      </dsp:txBody>
      <dsp:txXfrm>
        <a:off x="4029003" y="32711"/>
        <a:ext cx="1086139" cy="1086139"/>
      </dsp:txXfrm>
    </dsp:sp>
    <dsp:sp modelId="{B0045C94-2D58-46C5-A9FC-D61F80875FBE}">
      <dsp:nvSpPr>
        <dsp:cNvPr id="0" name=""/>
        <dsp:cNvSpPr/>
      </dsp:nvSpPr>
      <dsp:spPr>
        <a:xfrm>
          <a:off x="1469701" y="770"/>
          <a:ext cx="4077677" cy="4077677"/>
        </a:xfrm>
        <a:prstGeom prst="circularArrow">
          <a:avLst>
            <a:gd name="adj1" fmla="val 5194"/>
            <a:gd name="adj2" fmla="val 335469"/>
            <a:gd name="adj3" fmla="val 21295050"/>
            <a:gd name="adj4" fmla="val 19764655"/>
            <a:gd name="adj5" fmla="val 606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EC653C-EDA9-4E49-B799-C7335BDDCF5C}">
      <dsp:nvSpPr>
        <dsp:cNvPr id="0" name=""/>
        <dsp:cNvSpPr/>
      </dsp:nvSpPr>
      <dsp:spPr>
        <a:xfrm>
          <a:off x="4686304" y="2055672"/>
          <a:ext cx="1086139" cy="10861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TensorFlow / Scikit-learn</a:t>
          </a:r>
        </a:p>
      </dsp:txBody>
      <dsp:txXfrm>
        <a:off x="4686304" y="2055672"/>
        <a:ext cx="1086139" cy="1086139"/>
      </dsp:txXfrm>
    </dsp:sp>
    <dsp:sp modelId="{744D9B62-21EB-4077-A41E-284FB34EBC30}">
      <dsp:nvSpPr>
        <dsp:cNvPr id="0" name=""/>
        <dsp:cNvSpPr/>
      </dsp:nvSpPr>
      <dsp:spPr>
        <a:xfrm>
          <a:off x="1469701" y="770"/>
          <a:ext cx="4077677" cy="4077677"/>
        </a:xfrm>
        <a:prstGeom prst="circularArrow">
          <a:avLst>
            <a:gd name="adj1" fmla="val 5194"/>
            <a:gd name="adj2" fmla="val 335469"/>
            <a:gd name="adj3" fmla="val 4016572"/>
            <a:gd name="adj4" fmla="val 2251712"/>
            <a:gd name="adj5" fmla="val 606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D16295-2B07-4FF0-8F8B-E290AC305A44}">
      <dsp:nvSpPr>
        <dsp:cNvPr id="0" name=""/>
        <dsp:cNvSpPr/>
      </dsp:nvSpPr>
      <dsp:spPr>
        <a:xfrm>
          <a:off x="2965470" y="3305931"/>
          <a:ext cx="1086139" cy="10861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Google Fit API</a:t>
          </a:r>
        </a:p>
      </dsp:txBody>
      <dsp:txXfrm>
        <a:off x="2965470" y="3305931"/>
        <a:ext cx="1086139" cy="1086139"/>
      </dsp:txXfrm>
    </dsp:sp>
    <dsp:sp modelId="{17EB8CB4-CA53-4090-9A50-D461666FC425}">
      <dsp:nvSpPr>
        <dsp:cNvPr id="0" name=""/>
        <dsp:cNvSpPr/>
      </dsp:nvSpPr>
      <dsp:spPr>
        <a:xfrm>
          <a:off x="1469701" y="770"/>
          <a:ext cx="4077677" cy="4077677"/>
        </a:xfrm>
        <a:prstGeom prst="circularArrow">
          <a:avLst>
            <a:gd name="adj1" fmla="val 5194"/>
            <a:gd name="adj2" fmla="val 335469"/>
            <a:gd name="adj3" fmla="val 8212819"/>
            <a:gd name="adj4" fmla="val 6447959"/>
            <a:gd name="adj5" fmla="val 606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A3BEB5-C866-4246-AEA9-40EB1B65CCCE}">
      <dsp:nvSpPr>
        <dsp:cNvPr id="0" name=""/>
        <dsp:cNvSpPr/>
      </dsp:nvSpPr>
      <dsp:spPr>
        <a:xfrm>
          <a:off x="1244636" y="2055672"/>
          <a:ext cx="1086139" cy="10861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Firebase</a:t>
          </a:r>
        </a:p>
      </dsp:txBody>
      <dsp:txXfrm>
        <a:off x="1244636" y="2055672"/>
        <a:ext cx="1086139" cy="1086139"/>
      </dsp:txXfrm>
    </dsp:sp>
    <dsp:sp modelId="{FD06DAEC-6447-46B5-A2FD-9DE18BFBB952}">
      <dsp:nvSpPr>
        <dsp:cNvPr id="0" name=""/>
        <dsp:cNvSpPr/>
      </dsp:nvSpPr>
      <dsp:spPr>
        <a:xfrm>
          <a:off x="1469701" y="770"/>
          <a:ext cx="4077677" cy="4077677"/>
        </a:xfrm>
        <a:prstGeom prst="circularArrow">
          <a:avLst>
            <a:gd name="adj1" fmla="val 5194"/>
            <a:gd name="adj2" fmla="val 335469"/>
            <a:gd name="adj3" fmla="val 12299876"/>
            <a:gd name="adj4" fmla="val 10769481"/>
            <a:gd name="adj5" fmla="val 606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CAE93D-8555-42A2-887C-63AE652F5367}">
      <dsp:nvSpPr>
        <dsp:cNvPr id="0" name=""/>
        <dsp:cNvSpPr/>
      </dsp:nvSpPr>
      <dsp:spPr>
        <a:xfrm>
          <a:off x="1901936" y="32711"/>
          <a:ext cx="1086139" cy="10861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Pandas &amp; NumPy</a:t>
          </a:r>
        </a:p>
      </dsp:txBody>
      <dsp:txXfrm>
        <a:off x="1901936" y="32711"/>
        <a:ext cx="1086139" cy="1086139"/>
      </dsp:txXfrm>
    </dsp:sp>
    <dsp:sp modelId="{E74DF615-118D-4C05-B97B-54AD3D98420D}">
      <dsp:nvSpPr>
        <dsp:cNvPr id="0" name=""/>
        <dsp:cNvSpPr/>
      </dsp:nvSpPr>
      <dsp:spPr>
        <a:xfrm>
          <a:off x="1469701" y="770"/>
          <a:ext cx="4077677" cy="4077677"/>
        </a:xfrm>
        <a:prstGeom prst="circularArrow">
          <a:avLst>
            <a:gd name="adj1" fmla="val 5194"/>
            <a:gd name="adj2" fmla="val 335469"/>
            <a:gd name="adj3" fmla="val 16867555"/>
            <a:gd name="adj4" fmla="val 15196976"/>
            <a:gd name="adj5" fmla="val 606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1F0B53-A3D0-40F1-8DA1-D6FBD445A3D4}">
      <dsp:nvSpPr>
        <dsp:cNvPr id="0" name=""/>
        <dsp:cNvSpPr/>
      </dsp:nvSpPr>
      <dsp:spPr>
        <a:xfrm>
          <a:off x="738477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852384-4B21-4DC4-852A-903D964C16C8}">
      <dsp:nvSpPr>
        <dsp:cNvPr id="0" name=""/>
        <dsp:cNvSpPr/>
      </dsp:nvSpPr>
      <dsp:spPr>
        <a:xfrm>
          <a:off x="78583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Detects behavior patterns</a:t>
          </a:r>
        </a:p>
      </dsp:txBody>
      <dsp:txXfrm>
        <a:off x="78583" y="2435142"/>
        <a:ext cx="2399612" cy="720000"/>
      </dsp:txXfrm>
    </dsp:sp>
    <dsp:sp modelId="{F31AD427-9564-4605-ADA9-C978ECA8B9CB}">
      <dsp:nvSpPr>
        <dsp:cNvPr id="0" name=""/>
        <dsp:cNvSpPr/>
      </dsp:nvSpPr>
      <dsp:spPr>
        <a:xfrm>
          <a:off x="3558022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9A9819-0CE4-4DAA-80C9-D4F4B123FA11}">
      <dsp:nvSpPr>
        <dsp:cNvPr id="0" name=""/>
        <dsp:cNvSpPr/>
      </dsp:nvSpPr>
      <dsp:spPr>
        <a:xfrm>
          <a:off x="2898129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Provides insights</a:t>
          </a:r>
        </a:p>
      </dsp:txBody>
      <dsp:txXfrm>
        <a:off x="2898129" y="2435142"/>
        <a:ext cx="2399612" cy="720000"/>
      </dsp:txXfrm>
    </dsp:sp>
    <dsp:sp modelId="{A92F14CD-EC03-4F79-810C-ECCA2E5EF5D9}">
      <dsp:nvSpPr>
        <dsp:cNvPr id="0" name=""/>
        <dsp:cNvSpPr/>
      </dsp:nvSpPr>
      <dsp:spPr>
        <a:xfrm>
          <a:off x="6377567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BA4208-91B2-4D4B-AB72-E0A8D5D26650}">
      <dsp:nvSpPr>
        <dsp:cNvPr id="0" name=""/>
        <dsp:cNvSpPr/>
      </dsp:nvSpPr>
      <dsp:spPr>
        <a:xfrm>
          <a:off x="5717674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Improves accuracy over traditional methods</a:t>
          </a:r>
        </a:p>
      </dsp:txBody>
      <dsp:txXfrm>
        <a:off x="5717674" y="2435142"/>
        <a:ext cx="2399612" cy="72000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DDE5FD8-87AD-423B-8718-186459910C68}">
      <dsp:nvSpPr>
        <dsp:cNvPr id="0" name=""/>
        <dsp:cNvSpPr/>
      </dsp:nvSpPr>
      <dsp:spPr>
        <a:xfrm>
          <a:off x="2734021" y="1002722"/>
          <a:ext cx="1623739" cy="16237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Effective system for behavior analysis</a:t>
          </a:r>
        </a:p>
      </dsp:txBody>
      <dsp:txXfrm>
        <a:off x="2734021" y="1002722"/>
        <a:ext cx="1623739" cy="1623739"/>
      </dsp:txXfrm>
    </dsp:sp>
    <dsp:sp modelId="{B93192DC-8703-43AF-AF39-EEA7C5C8D93D}">
      <dsp:nvSpPr>
        <dsp:cNvPr id="0" name=""/>
        <dsp:cNvSpPr/>
      </dsp:nvSpPr>
      <dsp:spPr>
        <a:xfrm>
          <a:off x="258007" y="682501"/>
          <a:ext cx="3842331" cy="3842331"/>
        </a:xfrm>
        <a:prstGeom prst="circularArrow">
          <a:avLst>
            <a:gd name="adj1" fmla="val 8241"/>
            <a:gd name="adj2" fmla="val 575443"/>
            <a:gd name="adj3" fmla="val 2966940"/>
            <a:gd name="adj4" fmla="val 49655"/>
            <a:gd name="adj5" fmla="val 9614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B03FF7-1F69-4D0B-BD2C-2C08BA2A3E96}">
      <dsp:nvSpPr>
        <dsp:cNvPr id="0" name=""/>
        <dsp:cNvSpPr/>
      </dsp:nvSpPr>
      <dsp:spPr>
        <a:xfrm>
          <a:off x="1367303" y="3369948"/>
          <a:ext cx="1623739" cy="16237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Combines sensing + ML</a:t>
          </a:r>
        </a:p>
      </dsp:txBody>
      <dsp:txXfrm>
        <a:off x="1367303" y="3369948"/>
        <a:ext cx="1623739" cy="1623739"/>
      </dsp:txXfrm>
    </dsp:sp>
    <dsp:sp modelId="{0792D500-CAF9-4CEC-8F7A-D38C9236D100}">
      <dsp:nvSpPr>
        <dsp:cNvPr id="0" name=""/>
        <dsp:cNvSpPr/>
      </dsp:nvSpPr>
      <dsp:spPr>
        <a:xfrm>
          <a:off x="258007" y="682501"/>
          <a:ext cx="3842331" cy="3842331"/>
        </a:xfrm>
        <a:prstGeom prst="circularArrow">
          <a:avLst>
            <a:gd name="adj1" fmla="val 8241"/>
            <a:gd name="adj2" fmla="val 575443"/>
            <a:gd name="adj3" fmla="val 10174902"/>
            <a:gd name="adj4" fmla="val 7257617"/>
            <a:gd name="adj5" fmla="val 9614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D65C29-6729-44FC-B166-51BCAE68F3CF}">
      <dsp:nvSpPr>
        <dsp:cNvPr id="0" name=""/>
        <dsp:cNvSpPr/>
      </dsp:nvSpPr>
      <dsp:spPr>
        <a:xfrm>
          <a:off x="584" y="1002722"/>
          <a:ext cx="1623739" cy="16237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Useful for real-world applications</a:t>
          </a:r>
        </a:p>
      </dsp:txBody>
      <dsp:txXfrm>
        <a:off x="584" y="1002722"/>
        <a:ext cx="1623739" cy="1623739"/>
      </dsp:txXfrm>
    </dsp:sp>
    <dsp:sp modelId="{BF309442-44BD-4AE1-AECE-702BC4961F15}">
      <dsp:nvSpPr>
        <dsp:cNvPr id="0" name=""/>
        <dsp:cNvSpPr/>
      </dsp:nvSpPr>
      <dsp:spPr>
        <a:xfrm>
          <a:off x="258007" y="682501"/>
          <a:ext cx="3842331" cy="3842331"/>
        </a:xfrm>
        <a:prstGeom prst="circularArrow">
          <a:avLst>
            <a:gd name="adj1" fmla="val 8241"/>
            <a:gd name="adj2" fmla="val 575443"/>
            <a:gd name="adj3" fmla="val 16859603"/>
            <a:gd name="adj4" fmla="val 14964955"/>
            <a:gd name="adj5" fmla="val 9614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00"/>
            </a:gs>
            <a:gs pos="29000">
              <a:srgbClr val="00B050"/>
            </a:gs>
            <a:gs pos="99000">
              <a:srgbClr val="FFC000"/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Blue text on a black background">
            <a:extLst>
              <a:ext uri="{FF2B5EF4-FFF2-40B4-BE49-F238E27FC236}">
                <a16:creationId xmlns:a16="http://schemas.microsoft.com/office/drawing/2014/main" id="{F138DB31-75AD-FD29-D7AE-99295926C1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3499" y="-104046"/>
            <a:ext cx="7245928" cy="154204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623706D-9809-1EE5-928C-47B80778CBA0}"/>
              </a:ext>
            </a:extLst>
          </p:cNvPr>
          <p:cNvSpPr txBox="1"/>
          <p:nvPr/>
        </p:nvSpPr>
        <p:spPr>
          <a:xfrm flipH="1">
            <a:off x="0" y="1430145"/>
            <a:ext cx="91440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Quantifying Behavioral Changes Included by Mobile Application Usage Using Passive Sensing and Machine Learning</a:t>
            </a:r>
            <a:endParaRPr lang="en-US" sz="4400" b="1" dirty="0">
              <a:solidFill>
                <a:schemeClr val="bg1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9B02519-378D-E4D3-4448-AAFA3AC2B0AA}"/>
              </a:ext>
            </a:extLst>
          </p:cNvPr>
          <p:cNvSpPr txBox="1"/>
          <p:nvPr/>
        </p:nvSpPr>
        <p:spPr>
          <a:xfrm>
            <a:off x="176587" y="4925904"/>
            <a:ext cx="574113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Amasis MT Pro Black" panose="02040A04050005020304" pitchFamily="18" charset="0"/>
              </a:rPr>
              <a:t>Tamang Anil(2417132)</a:t>
            </a:r>
          </a:p>
          <a:p>
            <a:r>
              <a:rPr lang="en-US" sz="2400" dirty="0">
                <a:solidFill>
                  <a:schemeClr val="bg1"/>
                </a:solidFill>
                <a:latin typeface="Amasis MT Pro Black" panose="02040A04050005020304" pitchFamily="18" charset="0"/>
              </a:rPr>
              <a:t>Thing Suman(2417121)</a:t>
            </a:r>
          </a:p>
          <a:p>
            <a:r>
              <a:rPr lang="en-US" sz="2400" dirty="0">
                <a:solidFill>
                  <a:schemeClr val="bg1"/>
                </a:solidFill>
                <a:latin typeface="Amasis MT Pro Black" panose="02040A04050005020304" pitchFamily="18" charset="0"/>
              </a:rPr>
              <a:t>Thakur Subodh(2417134)</a:t>
            </a:r>
          </a:p>
          <a:p>
            <a:r>
              <a:rPr lang="en-US" sz="2400" dirty="0">
                <a:solidFill>
                  <a:schemeClr val="bg1"/>
                </a:solidFill>
                <a:latin typeface="Amasis MT Pro Black" panose="02040A04050005020304" pitchFamily="18" charset="0"/>
              </a:rPr>
              <a:t>Mahato Roshan Kumar(2417104)</a:t>
            </a:r>
          </a:p>
          <a:p>
            <a:r>
              <a:rPr lang="en-US" sz="2400" dirty="0" err="1">
                <a:solidFill>
                  <a:schemeClr val="bg1"/>
                </a:solidFill>
                <a:latin typeface="Amasis MT Pro Black" panose="02040A04050005020304" pitchFamily="18" charset="0"/>
              </a:rPr>
              <a:t>Hitan</a:t>
            </a:r>
            <a:r>
              <a:rPr lang="en-US" sz="2400" dirty="0">
                <a:solidFill>
                  <a:schemeClr val="bg1"/>
                </a:solidFill>
                <a:latin typeface="Amasis MT Pro Black" panose="02040A04050005020304" pitchFamily="18" charset="0"/>
              </a:rPr>
              <a:t> Nirajan( 2417140 )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E2F0747-A799-FA44-694C-5310D9F18E1F}"/>
              </a:ext>
            </a:extLst>
          </p:cNvPr>
          <p:cNvSpPr txBox="1"/>
          <p:nvPr/>
        </p:nvSpPr>
        <p:spPr>
          <a:xfrm>
            <a:off x="914400" y="4172400"/>
            <a:ext cx="77180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00206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Research Methodology(Spring 2024)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6379643-3044-9137-39BA-1874DE24CAC5}"/>
              </a:ext>
            </a:extLst>
          </p:cNvPr>
          <p:cNvSpPr txBox="1"/>
          <p:nvPr/>
        </p:nvSpPr>
        <p:spPr>
          <a:xfrm>
            <a:off x="2740148" y="3511172"/>
            <a:ext cx="60881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Harlow Solid Italic" panose="04030604020F02020D02" pitchFamily="82" charset="0"/>
              </a:rPr>
              <a:t>Prof. </a:t>
            </a:r>
            <a:r>
              <a:rPr lang="en-US" sz="3600" b="1" dirty="0">
                <a:solidFill>
                  <a:schemeClr val="bg1"/>
                </a:solidFill>
                <a:latin typeface="Harlow Solid Italic" panose="04030604020F02020D02" pitchFamily="82" charset="0"/>
              </a:rPr>
              <a:t>Ghulam Sarwar </a:t>
            </a:r>
            <a:endParaRPr lang="en-US" sz="3600" dirty="0">
              <a:solidFill>
                <a:schemeClr val="bg1"/>
              </a:solidFill>
              <a:latin typeface="Harlow Solid Italic" panose="04030604020F02020D02" pitchFamily="82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n-US" sz="350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700"/>
              <a:t>• Analyze behavior via mobile usage</a:t>
            </a:r>
          </a:p>
          <a:p>
            <a:pPr marL="0" indent="0">
              <a:buNone/>
            </a:pPr>
            <a:r>
              <a:rPr lang="en-US" sz="1700"/>
              <a:t>• Uses passive sensing data</a:t>
            </a:r>
          </a:p>
          <a:p>
            <a:pPr marL="0" indent="0">
              <a:buNone/>
            </a:pPr>
            <a:r>
              <a:rPr lang="en-US" sz="1700"/>
              <a:t>• Applies machine learning for insights</a:t>
            </a:r>
          </a:p>
        </p:txBody>
      </p:sp>
      <p:pic>
        <p:nvPicPr>
          <p:cNvPr id="5" name="Picture 4" descr="Digital financial graph">
            <a:extLst>
              <a:ext uri="{FF2B5EF4-FFF2-40B4-BE49-F238E27FC236}">
                <a16:creationId xmlns:a16="http://schemas.microsoft.com/office/drawing/2014/main" id="{6918C51D-3AF4-DA50-240A-B824540F5B7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872" r="23586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Problem Statement</a:t>
            </a:r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C59767A0-3F42-18AD-6B1A-A6C5C6FA921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94052184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545" y="1070800"/>
            <a:ext cx="2954766" cy="5583126"/>
          </a:xfrm>
        </p:spPr>
        <p:txBody>
          <a:bodyPr>
            <a:normAutofit/>
          </a:bodyPr>
          <a:lstStyle/>
          <a:p>
            <a:pPr algn="r"/>
            <a:r>
              <a:rPr lang="en-US" sz="4900"/>
              <a:t>Objectives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502D9BB-22F9-B7BF-69B8-36A5F0FAD88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1250922"/>
              </p:ext>
            </p:extLst>
          </p:nvPr>
        </p:nvGraphicFramePr>
        <p:xfrm>
          <a:off x="3831401" y="1070800"/>
          <a:ext cx="4683949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545" y="1070800"/>
            <a:ext cx="2954766" cy="5583126"/>
          </a:xfrm>
        </p:spPr>
        <p:txBody>
          <a:bodyPr>
            <a:normAutofit/>
          </a:bodyPr>
          <a:lstStyle/>
          <a:p>
            <a:pPr algn="r"/>
            <a:r>
              <a:rPr lang="en-US" sz="3900"/>
              <a:t>Methodology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D5E96E4-2D57-1B62-2CDD-0D2A178D2BC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42012859"/>
              </p:ext>
            </p:extLst>
          </p:nvPr>
        </p:nvGraphicFramePr>
        <p:xfrm>
          <a:off x="3831401" y="1070800"/>
          <a:ext cx="4683949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C5FBCFE-0D92-585F-7E19-50EEDF7DF25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664E23E2-7440-4E36-A67B-0F88C5F7E1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>
              <a:lumMod val="50000"/>
              <a:lumOff val="5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06949AE-010D-4C18-8AED-7872085AD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7759" y="487090"/>
            <a:ext cx="4093590" cy="58978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3E6AD2-90B8-3D9D-9C67-9BDCB1789B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885" y="1400664"/>
            <a:ext cx="3847338" cy="4070731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FE54AADB-50C7-4293-94C0-27361A32B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92649" y="480060"/>
            <a:ext cx="4093591" cy="58978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E163498-2B8A-CCA3-2911-DDD6716089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5775" y="2308102"/>
            <a:ext cx="3847338" cy="224179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5365094-9BEC-13C9-C381-DDADAF140ED0}"/>
              </a:ext>
            </a:extLst>
          </p:cNvPr>
          <p:cNvSpPr txBox="1"/>
          <p:nvPr/>
        </p:nvSpPr>
        <p:spPr>
          <a:xfrm>
            <a:off x="3347048" y="51849"/>
            <a:ext cx="44397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</a:rPr>
              <a:t>Design Models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42443B-2433-284C-F836-87DE31A7D5E4}"/>
              </a:ext>
            </a:extLst>
          </p:cNvPr>
          <p:cNvSpPr txBox="1"/>
          <p:nvPr/>
        </p:nvSpPr>
        <p:spPr>
          <a:xfrm>
            <a:off x="885645" y="6488668"/>
            <a:ext cx="3442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1.Use Case Diagram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C23D383-6885-1C95-04AC-B8B9C6F50641}"/>
              </a:ext>
            </a:extLst>
          </p:cNvPr>
          <p:cNvSpPr txBox="1"/>
          <p:nvPr/>
        </p:nvSpPr>
        <p:spPr>
          <a:xfrm>
            <a:off x="5213868" y="6436819"/>
            <a:ext cx="2789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Data flow Diagram(DFD)</a:t>
            </a:r>
          </a:p>
        </p:txBody>
      </p:sp>
    </p:spTree>
    <p:extLst>
      <p:ext uri="{BB962C8B-B14F-4D97-AF65-F5344CB8AC3E}">
        <p14:creationId xmlns:p14="http://schemas.microsoft.com/office/powerpoint/2010/main" val="36511947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253670"/>
            <a:ext cx="137072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422146"/>
            <a:ext cx="484026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655140"/>
            <a:ext cx="515604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6115501"/>
            <a:ext cx="1120884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C705CD3-EEF3-9F56-C041-18603827CC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1772793"/>
            <a:ext cx="8178799" cy="3312412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6453143"/>
            <a:ext cx="611177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E29465-A931-A68C-709E-18A5C0D18FCE}"/>
              </a:ext>
            </a:extLst>
          </p:cNvPr>
          <p:cNvSpPr txBox="1"/>
          <p:nvPr/>
        </p:nvSpPr>
        <p:spPr>
          <a:xfrm>
            <a:off x="2984740" y="573524"/>
            <a:ext cx="26741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3.Er Diagram </a:t>
            </a:r>
          </a:p>
        </p:txBody>
      </p:sp>
    </p:spTree>
    <p:extLst>
      <p:ext uri="{BB962C8B-B14F-4D97-AF65-F5344CB8AC3E}">
        <p14:creationId xmlns:p14="http://schemas.microsoft.com/office/powerpoint/2010/main" val="41749463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738F59A4-4431-460D-8E49-6E65C189A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8A919B9C-5C01-47E4-B2F2-45F589208A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85A82CE-D835-4542-BE8D-62A8F5A943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063D7EF0-3AC8-4029-B55D-EBDD733D3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4">
                <a:lumMod val="75000"/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3147" y="365125"/>
            <a:ext cx="8317705" cy="1325563"/>
          </a:xfrm>
        </p:spPr>
        <p:txBody>
          <a:bodyPr>
            <a:normAutofit/>
          </a:bodyPr>
          <a:lstStyle/>
          <a:p>
            <a:r>
              <a:rPr lang="en-US" sz="3500"/>
              <a:t>Features</a:t>
            </a:r>
          </a:p>
        </p:txBody>
      </p:sp>
      <p:graphicFrame>
        <p:nvGraphicFramePr>
          <p:cNvPr id="39" name="Content Placeholder 2">
            <a:extLst>
              <a:ext uri="{FF2B5EF4-FFF2-40B4-BE49-F238E27FC236}">
                <a16:creationId xmlns:a16="http://schemas.microsoft.com/office/drawing/2014/main" id="{48041B0A-FEEF-8424-87A8-54FCEC97345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23637482"/>
              </p:ext>
            </p:extLst>
          </p:nvPr>
        </p:nvGraphicFramePr>
        <p:xfrm>
          <a:off x="410766" y="2133600"/>
          <a:ext cx="8320087" cy="4157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9A7F3BF-8763-4074-AD77-92790AF314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1051" y="381935"/>
            <a:ext cx="7017080" cy="1200329"/>
          </a:xfrm>
        </p:spPr>
        <p:txBody>
          <a:bodyPr anchor="t">
            <a:normAutofit/>
          </a:bodyPr>
          <a:lstStyle/>
          <a:p>
            <a:r>
              <a:rPr lang="en-US" sz="7000"/>
              <a:t>Technologies Used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A9648D6-B41B-42D0-A817-AE2607B0B5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45650" y="554152"/>
            <a:ext cx="430632" cy="1075866"/>
            <a:chOff x="10994200" y="554152"/>
            <a:chExt cx="574177" cy="1075866"/>
          </a:xfrm>
        </p:grpSpPr>
        <p:sp>
          <p:nvSpPr>
            <p:cNvPr id="12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013369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solidFill>
              <a:schemeClr val="accent2"/>
            </a:solidFill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55951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solidFill>
              <a:schemeClr val="accent2"/>
            </a:solidFill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94200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solidFill>
              <a:schemeClr val="accent2"/>
            </a:solidFill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7716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C7EA5CF-D4DE-9D01-507B-6069C6EA25F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96620889"/>
              </p:ext>
            </p:extLst>
          </p:nvPr>
        </p:nvGraphicFramePr>
        <p:xfrm>
          <a:off x="891046" y="1825625"/>
          <a:ext cx="7017080" cy="4394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699" y="687480"/>
            <a:ext cx="5605629" cy="994172"/>
          </a:xfrm>
        </p:spPr>
        <p:txBody>
          <a:bodyPr>
            <a:normAutofit/>
          </a:bodyPr>
          <a:lstStyle/>
          <a:p>
            <a:r>
              <a:rPr lang="en-US" sz="3850"/>
              <a:t>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2321" y="2227943"/>
            <a:ext cx="5033221" cy="378822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100"/>
              <a:t>• Unit Testing</a:t>
            </a:r>
          </a:p>
          <a:p>
            <a:pPr marL="0" indent="0">
              <a:buNone/>
            </a:pPr>
            <a:r>
              <a:rPr lang="en-US" sz="2100"/>
              <a:t>• Integration Testing</a:t>
            </a:r>
          </a:p>
          <a:p>
            <a:pPr marL="0" indent="0">
              <a:buNone/>
            </a:pPr>
            <a:r>
              <a:rPr lang="en-US" sz="2100"/>
              <a:t>• Functional Testing</a:t>
            </a:r>
          </a:p>
          <a:p>
            <a:pPr marL="0" indent="0">
              <a:buNone/>
            </a:pPr>
            <a:r>
              <a:rPr lang="en-US" sz="2100"/>
              <a:t>• System Testing</a:t>
            </a:r>
          </a:p>
          <a:p>
            <a:pPr marL="0" indent="0">
              <a:buNone/>
            </a:pPr>
            <a:r>
              <a:rPr lang="en-US" sz="2100"/>
              <a:t>• Automated Testing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7" name="Graphic 6" descr="Atom">
            <a:extLst>
              <a:ext uri="{FF2B5EF4-FFF2-40B4-BE49-F238E27FC236}">
                <a16:creationId xmlns:a16="http://schemas.microsoft.com/office/drawing/2014/main" id="{04E9EA6E-A1A1-C343-C659-4581D24466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4964" y="2865141"/>
            <a:ext cx="1143455" cy="11434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Results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6577467-C63A-E5C4-6901-404D3060DB0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23507474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912768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73770"/>
            <a:ext cx="2415246" cy="2027227"/>
          </a:xfrm>
        </p:spPr>
        <p:txBody>
          <a:bodyPr anchor="t"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Conclusion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F16FBD6-1954-5BB9-34CF-86FBFC8E344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87369575"/>
              </p:ext>
            </p:extLst>
          </p:nvPr>
        </p:nvGraphicFramePr>
        <p:xfrm>
          <a:off x="4157004" y="541606"/>
          <a:ext cx="4358346" cy="5678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6891" y="1119031"/>
            <a:ext cx="3464954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8305" y="1396686"/>
            <a:ext cx="2430380" cy="406462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Future Work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6512790" y="941148"/>
            <a:ext cx="2240924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536" y="4780992"/>
            <a:ext cx="409575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Content Placeholder 2"/>
          <p:cNvSpPr>
            <a:spLocks noGrp="1"/>
          </p:cNvSpPr>
          <p:nvPr>
            <p:ph idx="1"/>
          </p:nvPr>
        </p:nvSpPr>
        <p:spPr>
          <a:xfrm>
            <a:off x="4027614" y="1526033"/>
            <a:ext cx="4152298" cy="39352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t>• Improve ML accuracy</a:t>
            </a:r>
          </a:p>
          <a:p>
            <a:pPr marL="0" indent="0">
              <a:buNone/>
            </a:pPr>
            <a:r>
              <a:t>• Real-time analysis</a:t>
            </a:r>
          </a:p>
          <a:p>
            <a:pPr marL="0" indent="0">
              <a:buNone/>
            </a:pPr>
            <a:r>
              <a:t>• Better UI dashboard</a:t>
            </a:r>
          </a:p>
          <a:p>
            <a:pPr marL="0" indent="0">
              <a:buNone/>
            </a:pPr>
            <a:r>
              <a:t>• Smart recommendations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249</Words>
  <Application>Microsoft Office PowerPoint</Application>
  <PresentationFormat>On-screen Show (4:3)</PresentationFormat>
  <Paragraphs>64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ADLaM Display</vt:lpstr>
      <vt:lpstr>Amasis MT Pro Black</vt:lpstr>
      <vt:lpstr>Arial</vt:lpstr>
      <vt:lpstr>Calibri</vt:lpstr>
      <vt:lpstr>Harlow Solid Italic</vt:lpstr>
      <vt:lpstr>Office Theme</vt:lpstr>
      <vt:lpstr>PowerPoint Presentation</vt:lpstr>
      <vt:lpstr>Introduction</vt:lpstr>
      <vt:lpstr>Problem Statement</vt:lpstr>
      <vt:lpstr>Objectives</vt:lpstr>
      <vt:lpstr>Methodology</vt:lpstr>
      <vt:lpstr>System Architecture</vt:lpstr>
      <vt:lpstr>PowerPoint Presentation</vt:lpstr>
      <vt:lpstr>PowerPoint Presentation</vt:lpstr>
      <vt:lpstr>Features</vt:lpstr>
      <vt:lpstr>Technologies Used</vt:lpstr>
      <vt:lpstr>Testing</vt:lpstr>
      <vt:lpstr>Results</vt:lpstr>
      <vt:lpstr>Conclusion</vt:lpstr>
      <vt:lpstr>Future Work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Anil Tamang</dc:creator>
  <cp:keywords/>
  <dc:description>generated using python-pptx</dc:description>
  <cp:lastModifiedBy>타망아닐</cp:lastModifiedBy>
  <cp:revision>2</cp:revision>
  <dcterms:created xsi:type="dcterms:W3CDTF">2013-01-27T09:14:16Z</dcterms:created>
  <dcterms:modified xsi:type="dcterms:W3CDTF">2026-03-26T16:42:16Z</dcterms:modified>
  <cp:category/>
</cp:coreProperties>
</file>